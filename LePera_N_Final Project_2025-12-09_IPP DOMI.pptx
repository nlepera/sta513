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9"/>
  </p:notesMasterIdLst>
  <p:sldIdLst>
    <p:sldId id="256" r:id="rId2"/>
    <p:sldId id="259" r:id="rId3"/>
    <p:sldId id="266" r:id="rId4"/>
    <p:sldId id="261" r:id="rId5"/>
    <p:sldId id="265" r:id="rId6"/>
    <p:sldId id="263" r:id="rId7"/>
    <p:sldId id="267" r:id="rId8"/>
    <p:sldId id="268" r:id="rId9"/>
    <p:sldId id="269" r:id="rId10"/>
    <p:sldId id="272" r:id="rId11"/>
    <p:sldId id="273" r:id="rId12"/>
    <p:sldId id="270" r:id="rId13"/>
    <p:sldId id="274" r:id="rId14"/>
    <p:sldId id="275" r:id="rId15"/>
    <p:sldId id="276" r:id="rId16"/>
    <p:sldId id="277" r:id="rId17"/>
    <p:sldId id="26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852537-5987-4E49-B730-9936CF2856FA}" v="1895" dt="2025-12-10T01:38:42.1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lie LePera" userId="cd153304780abd6f" providerId="LiveId" clId="{1761A5B6-3C17-432E-86D5-75D450B28F4F}"/>
    <pc:docChg chg="undo redo custSel addSld delSld modSld sldOrd">
      <pc:chgData name="Natalie LePera" userId="cd153304780abd6f" providerId="LiveId" clId="{1761A5B6-3C17-432E-86D5-75D450B28F4F}" dt="2025-12-10T01:38:42.138" v="24599" actId="20577"/>
      <pc:docMkLst>
        <pc:docMk/>
      </pc:docMkLst>
      <pc:sldChg chg="addSp modSp mod">
        <pc:chgData name="Natalie LePera" userId="cd153304780abd6f" providerId="LiveId" clId="{1761A5B6-3C17-432E-86D5-75D450B28F4F}" dt="2025-12-09T05:42:02.323" v="10755" actId="6549"/>
        <pc:sldMkLst>
          <pc:docMk/>
          <pc:sldMk cId="3754737221" sldId="256"/>
        </pc:sldMkLst>
        <pc:spChg chg="mod">
          <ac:chgData name="Natalie LePera" userId="cd153304780abd6f" providerId="LiveId" clId="{1761A5B6-3C17-432E-86D5-75D450B28F4F}" dt="2025-12-09T05:42:02.323" v="10755" actId="6549"/>
          <ac:spMkLst>
            <pc:docMk/>
            <pc:sldMk cId="3754737221" sldId="256"/>
            <ac:spMk id="2" creationId="{900CCF27-2253-59EB-D8E2-F6F5CCDB4073}"/>
          </ac:spMkLst>
        </pc:spChg>
        <pc:spChg chg="mod">
          <ac:chgData name="Natalie LePera" userId="cd153304780abd6f" providerId="LiveId" clId="{1761A5B6-3C17-432E-86D5-75D450B28F4F}" dt="2025-12-09T05:40:39.912" v="10534" actId="27636"/>
          <ac:spMkLst>
            <pc:docMk/>
            <pc:sldMk cId="3754737221" sldId="256"/>
            <ac:spMk id="3" creationId="{AB2092B2-D65B-1D1A-D62E-78084B8A5340}"/>
          </ac:spMkLst>
        </pc:spChg>
        <pc:picChg chg="add mod">
          <ac:chgData name="Natalie LePera" userId="cd153304780abd6f" providerId="LiveId" clId="{1761A5B6-3C17-432E-86D5-75D450B28F4F}" dt="2025-12-09T05:40:11.861" v="10474" actId="29295"/>
          <ac:picMkLst>
            <pc:docMk/>
            <pc:sldMk cId="3754737221" sldId="256"/>
            <ac:picMk id="5" creationId="{926D5961-BE71-E1D5-9CF1-61DA5A4151D4}"/>
          </ac:picMkLst>
        </pc:picChg>
      </pc:sldChg>
      <pc:sldChg chg="modSp del mod">
        <pc:chgData name="Natalie LePera" userId="cd153304780abd6f" providerId="LiveId" clId="{1761A5B6-3C17-432E-86D5-75D450B28F4F}" dt="2025-12-09T22:29:32.505" v="21204" actId="2696"/>
        <pc:sldMkLst>
          <pc:docMk/>
          <pc:sldMk cId="4105381820" sldId="257"/>
        </pc:sldMkLst>
        <pc:spChg chg="mod">
          <ac:chgData name="Natalie LePera" userId="cd153304780abd6f" providerId="LiveId" clId="{1761A5B6-3C17-432E-86D5-75D450B28F4F}" dt="2025-12-09T05:42:15.165" v="10757" actId="1076"/>
          <ac:spMkLst>
            <pc:docMk/>
            <pc:sldMk cId="4105381820" sldId="257"/>
            <ac:spMk id="2" creationId="{39355E55-5E5E-B4B7-E9C8-A75679A6F816}"/>
          </ac:spMkLst>
        </pc:spChg>
        <pc:spChg chg="mod">
          <ac:chgData name="Natalie LePera" userId="cd153304780abd6f" providerId="LiveId" clId="{1761A5B6-3C17-432E-86D5-75D450B28F4F}" dt="2025-12-09T06:00:08.681" v="12224" actId="20577"/>
          <ac:spMkLst>
            <pc:docMk/>
            <pc:sldMk cId="4105381820" sldId="257"/>
            <ac:spMk id="3" creationId="{37E58D09-5472-A323-7172-438E3070F09B}"/>
          </ac:spMkLst>
        </pc:spChg>
      </pc:sldChg>
      <pc:sldChg chg="addSp delSp modSp new del mod setBg modNotesTx">
        <pc:chgData name="Natalie LePera" userId="cd153304780abd6f" providerId="LiveId" clId="{1761A5B6-3C17-432E-86D5-75D450B28F4F}" dt="2025-12-09T05:43:34.088" v="10765" actId="47"/>
        <pc:sldMkLst>
          <pc:docMk/>
          <pc:sldMk cId="1428304746" sldId="258"/>
        </pc:sldMkLst>
      </pc:sldChg>
      <pc:sldChg chg="addSp delSp modSp new mod ord modClrScheme chgLayout">
        <pc:chgData name="Natalie LePera" userId="cd153304780abd6f" providerId="LiveId" clId="{1761A5B6-3C17-432E-86D5-75D450B28F4F}" dt="2025-12-09T08:15:18.388" v="15688" actId="14861"/>
        <pc:sldMkLst>
          <pc:docMk/>
          <pc:sldMk cId="2520625655" sldId="259"/>
        </pc:sldMkLst>
        <pc:spChg chg="mod ord">
          <ac:chgData name="Natalie LePera" userId="cd153304780abd6f" providerId="LiveId" clId="{1761A5B6-3C17-432E-86D5-75D450B28F4F}" dt="2025-12-09T05:56:56.772" v="12128" actId="14100"/>
          <ac:spMkLst>
            <pc:docMk/>
            <pc:sldMk cId="2520625655" sldId="259"/>
            <ac:spMk id="2" creationId="{A843CD7C-55EB-4A87-49A1-074F7B6FED5D}"/>
          </ac:spMkLst>
        </pc:spChg>
        <pc:spChg chg="mod ord">
          <ac:chgData name="Natalie LePera" userId="cd153304780abd6f" providerId="LiveId" clId="{1761A5B6-3C17-432E-86D5-75D450B28F4F}" dt="2025-12-09T06:03:04.252" v="12275" actId="20577"/>
          <ac:spMkLst>
            <pc:docMk/>
            <pc:sldMk cId="2520625655" sldId="259"/>
            <ac:spMk id="3" creationId="{E751A8AF-4075-473E-ECA3-EC2EF012FFC8}"/>
          </ac:spMkLst>
        </pc:spChg>
        <pc:spChg chg="add mod">
          <ac:chgData name="Natalie LePera" userId="cd153304780abd6f" providerId="LiveId" clId="{1761A5B6-3C17-432E-86D5-75D450B28F4F}" dt="2025-12-09T06:02:26.672" v="12246" actId="3626"/>
          <ac:spMkLst>
            <pc:docMk/>
            <pc:sldMk cId="2520625655" sldId="259"/>
            <ac:spMk id="6" creationId="{6C36D5A8-C1D0-A20E-88A9-E1B377EBBAF1}"/>
          </ac:spMkLst>
        </pc:spChg>
        <pc:graphicFrameChg chg="add mod modGraphic">
          <ac:chgData name="Natalie LePera" userId="cd153304780abd6f" providerId="LiveId" clId="{1761A5B6-3C17-432E-86D5-75D450B28F4F}" dt="2025-12-09T08:15:07.315" v="15687" actId="14861"/>
          <ac:graphicFrameMkLst>
            <pc:docMk/>
            <pc:sldMk cId="2520625655" sldId="259"/>
            <ac:graphicFrameMk id="5" creationId="{2CF6D528-3B3A-CC97-B594-E9FEF1554578}"/>
          </ac:graphicFrameMkLst>
        </pc:graphicFrameChg>
        <pc:graphicFrameChg chg="add mod modGraphic">
          <ac:chgData name="Natalie LePera" userId="cd153304780abd6f" providerId="LiveId" clId="{1761A5B6-3C17-432E-86D5-75D450B28F4F}" dt="2025-12-09T08:15:18.388" v="15688" actId="14861"/>
          <ac:graphicFrameMkLst>
            <pc:docMk/>
            <pc:sldMk cId="2520625655" sldId="259"/>
            <ac:graphicFrameMk id="8" creationId="{395FF310-4E3C-7BBF-1DB7-962290AD95C7}"/>
          </ac:graphicFrameMkLst>
        </pc:graphicFrameChg>
      </pc:sldChg>
      <pc:sldChg chg="modSp new mod">
        <pc:chgData name="Natalie LePera" userId="cd153304780abd6f" providerId="LiveId" clId="{1761A5B6-3C17-432E-86D5-75D450B28F4F}" dt="2025-12-08T18:47:09.552" v="2602"/>
        <pc:sldMkLst>
          <pc:docMk/>
          <pc:sldMk cId="188429446" sldId="260"/>
        </pc:sldMkLst>
        <pc:spChg chg="mod">
          <ac:chgData name="Natalie LePera" userId="cd153304780abd6f" providerId="LiveId" clId="{1761A5B6-3C17-432E-86D5-75D450B28F4F}" dt="2025-12-08T18:47:09.552" v="2602"/>
          <ac:spMkLst>
            <pc:docMk/>
            <pc:sldMk cId="188429446" sldId="260"/>
            <ac:spMk id="2" creationId="{51A311D6-7C40-0A61-A081-CD903EB8965D}"/>
          </ac:spMkLst>
        </pc:spChg>
        <pc:spChg chg="mod">
          <ac:chgData name="Natalie LePera" userId="cd153304780abd6f" providerId="LiveId" clId="{1761A5B6-3C17-432E-86D5-75D450B28F4F}" dt="2025-12-08T18:47:09.552" v="2602"/>
          <ac:spMkLst>
            <pc:docMk/>
            <pc:sldMk cId="188429446" sldId="260"/>
            <ac:spMk id="3" creationId="{9517E3E9-DECB-661A-9665-4406C23BD117}"/>
          </ac:spMkLst>
        </pc:spChg>
      </pc:sldChg>
      <pc:sldChg chg="addSp delSp modSp new mod ord setBg">
        <pc:chgData name="Natalie LePera" userId="cd153304780abd6f" providerId="LiveId" clId="{1761A5B6-3C17-432E-86D5-75D450B28F4F}" dt="2025-12-10T01:31:34.313" v="24594" actId="20577"/>
        <pc:sldMkLst>
          <pc:docMk/>
          <pc:sldMk cId="1092496984" sldId="261"/>
        </pc:sldMkLst>
        <pc:spChg chg="mod">
          <ac:chgData name="Natalie LePera" userId="cd153304780abd6f" providerId="LiveId" clId="{1761A5B6-3C17-432E-86D5-75D450B28F4F}" dt="2025-12-09T22:45:09.650" v="21519" actId="6549"/>
          <ac:spMkLst>
            <pc:docMk/>
            <pc:sldMk cId="1092496984" sldId="261"/>
            <ac:spMk id="2" creationId="{CB003DAA-C699-C597-6625-E358FFCD150D}"/>
          </ac:spMkLst>
        </pc:spChg>
        <pc:spChg chg="mod">
          <ac:chgData name="Natalie LePera" userId="cd153304780abd6f" providerId="LiveId" clId="{1761A5B6-3C17-432E-86D5-75D450B28F4F}" dt="2025-12-10T01:31:34.313" v="24594" actId="20577"/>
          <ac:spMkLst>
            <pc:docMk/>
            <pc:sldMk cId="1092496984" sldId="261"/>
            <ac:spMk id="3" creationId="{74848807-EC75-C876-C56A-E9DD5D7EF390}"/>
          </ac:spMkLst>
        </pc:spChg>
        <pc:spChg chg="add">
          <ac:chgData name="Natalie LePera" userId="cd153304780abd6f" providerId="LiveId" clId="{1761A5B6-3C17-432E-86D5-75D450B28F4F}" dt="2025-12-08T20:26:20.344" v="3235" actId="26606"/>
          <ac:spMkLst>
            <pc:docMk/>
            <pc:sldMk cId="1092496984" sldId="261"/>
            <ac:spMk id="13" creationId="{1660E788-AFA9-4A1B-9991-6AA74632A15B}"/>
          </ac:spMkLst>
        </pc:spChg>
        <pc:spChg chg="add">
          <ac:chgData name="Natalie LePera" userId="cd153304780abd6f" providerId="LiveId" clId="{1761A5B6-3C17-432E-86D5-75D450B28F4F}" dt="2025-12-08T20:26:20.344" v="3235" actId="26606"/>
          <ac:spMkLst>
            <pc:docMk/>
            <pc:sldMk cId="1092496984" sldId="261"/>
            <ac:spMk id="15" creationId="{867D4867-5BA7-4462-B2F6-A23F4A622AA7}"/>
          </ac:spMkLst>
        </pc:spChg>
        <pc:picChg chg="add mod">
          <ac:chgData name="Natalie LePera" userId="cd153304780abd6f" providerId="LiveId" clId="{1761A5B6-3C17-432E-86D5-75D450B28F4F}" dt="2025-12-10T01:27:08.426" v="24587" actId="1036"/>
          <ac:picMkLst>
            <pc:docMk/>
            <pc:sldMk cId="1092496984" sldId="261"/>
            <ac:picMk id="5" creationId="{1E794D46-9C14-B61A-A842-74D777B4D09A}"/>
          </ac:picMkLst>
        </pc:picChg>
        <pc:picChg chg="add mod">
          <ac:chgData name="Natalie LePera" userId="cd153304780abd6f" providerId="LiveId" clId="{1761A5B6-3C17-432E-86D5-75D450B28F4F}" dt="2025-12-10T01:27:05.511" v="24578" actId="14861"/>
          <ac:picMkLst>
            <pc:docMk/>
            <pc:sldMk cId="1092496984" sldId="261"/>
            <ac:picMk id="7" creationId="{341BA165-4945-647C-5728-984919E60E0F}"/>
          </ac:picMkLst>
        </pc:picChg>
        <pc:picChg chg="add mod">
          <ac:chgData name="Natalie LePera" userId="cd153304780abd6f" providerId="LiveId" clId="{1761A5B6-3C17-432E-86D5-75D450B28F4F}" dt="2025-12-10T01:27:05.511" v="24578" actId="14861"/>
          <ac:picMkLst>
            <pc:docMk/>
            <pc:sldMk cId="1092496984" sldId="261"/>
            <ac:picMk id="9" creationId="{23C29EB1-3446-08E7-81A7-F64061E2F79F}"/>
          </ac:picMkLst>
        </pc:picChg>
        <pc:picChg chg="add mod">
          <ac:chgData name="Natalie LePera" userId="cd153304780abd6f" providerId="LiveId" clId="{1761A5B6-3C17-432E-86D5-75D450B28F4F}" dt="2025-12-10T01:25:41.225" v="24549" actId="1076"/>
          <ac:picMkLst>
            <pc:docMk/>
            <pc:sldMk cId="1092496984" sldId="261"/>
            <ac:picMk id="10" creationId="{F4A6AE37-6342-4EEE-7C7B-3BFE3F0B45EF}"/>
          </ac:picMkLst>
        </pc:picChg>
      </pc:sldChg>
      <pc:sldChg chg="addSp delSp modSp new del mod modClrScheme chgLayout modNotesTx">
        <pc:chgData name="Natalie LePera" userId="cd153304780abd6f" providerId="LiveId" clId="{1761A5B6-3C17-432E-86D5-75D450B28F4F}" dt="2025-12-09T05:35:44.296" v="10361" actId="47"/>
        <pc:sldMkLst>
          <pc:docMk/>
          <pc:sldMk cId="3970709948" sldId="262"/>
        </pc:sldMkLst>
        <pc:spChg chg="mod ord">
          <ac:chgData name="Natalie LePera" userId="cd153304780abd6f" providerId="LiveId" clId="{1761A5B6-3C17-432E-86D5-75D450B28F4F}" dt="2025-12-09T03:43:04.382" v="7206" actId="12788"/>
          <ac:spMkLst>
            <pc:docMk/>
            <pc:sldMk cId="3970709948" sldId="262"/>
            <ac:spMk id="2" creationId="{19844F57-E83D-D853-54B3-701783285E72}"/>
          </ac:spMkLst>
        </pc:spChg>
        <pc:spChg chg="mod ord">
          <ac:chgData name="Natalie LePera" userId="cd153304780abd6f" providerId="LiveId" clId="{1761A5B6-3C17-432E-86D5-75D450B28F4F}" dt="2025-12-09T03:42:41.321" v="7202" actId="20577"/>
          <ac:spMkLst>
            <pc:docMk/>
            <pc:sldMk cId="3970709948" sldId="262"/>
            <ac:spMk id="3" creationId="{C87F2C50-44D8-F043-CBAD-0A09E21DEBB6}"/>
          </ac:spMkLst>
        </pc:spChg>
        <pc:spChg chg="add mod">
          <ac:chgData name="Natalie LePera" userId="cd153304780abd6f" providerId="LiveId" clId="{1761A5B6-3C17-432E-86D5-75D450B28F4F}" dt="2025-12-09T03:42:51.383" v="7204" actId="12788"/>
          <ac:spMkLst>
            <pc:docMk/>
            <pc:sldMk cId="3970709948" sldId="262"/>
            <ac:spMk id="10" creationId="{E1D91E32-0ADA-A4D4-19B2-48C1DB2E1810}"/>
          </ac:spMkLst>
        </pc:spChg>
        <pc:spChg chg="add mod">
          <ac:chgData name="Natalie LePera" userId="cd153304780abd6f" providerId="LiveId" clId="{1761A5B6-3C17-432E-86D5-75D450B28F4F}" dt="2025-12-09T03:25:02.975" v="6423" actId="767"/>
          <ac:spMkLst>
            <pc:docMk/>
            <pc:sldMk cId="3970709948" sldId="262"/>
            <ac:spMk id="11" creationId="{8E041D91-A0C4-F6C0-E66B-376F480055F8}"/>
          </ac:spMkLst>
        </pc:spChg>
        <pc:spChg chg="add mod ord">
          <ac:chgData name="Natalie LePera" userId="cd153304780abd6f" providerId="LiveId" clId="{1761A5B6-3C17-432E-86D5-75D450B28F4F}" dt="2025-12-09T03:37:36.644" v="6939" actId="1076"/>
          <ac:spMkLst>
            <pc:docMk/>
            <pc:sldMk cId="3970709948" sldId="262"/>
            <ac:spMk id="14" creationId="{B1FAC4B7-F992-6C16-2108-0793A59512C4}"/>
          </ac:spMkLst>
        </pc:spChg>
        <pc:grpChg chg="add mod">
          <ac:chgData name="Natalie LePera" userId="cd153304780abd6f" providerId="LiveId" clId="{1761A5B6-3C17-432E-86D5-75D450B28F4F}" dt="2025-12-09T03:34:20.683" v="6850" actId="164"/>
          <ac:grpSpMkLst>
            <pc:docMk/>
            <pc:sldMk cId="3970709948" sldId="262"/>
            <ac:grpSpMk id="15" creationId="{B910E140-483D-C269-4192-0760A586E778}"/>
          </ac:grpSpMkLst>
        </pc:grpChg>
        <pc:grpChg chg="add mod">
          <ac:chgData name="Natalie LePera" userId="cd153304780abd6f" providerId="LiveId" clId="{1761A5B6-3C17-432E-86D5-75D450B28F4F}" dt="2025-12-09T03:36:38.121" v="6920" actId="164"/>
          <ac:grpSpMkLst>
            <pc:docMk/>
            <pc:sldMk cId="3970709948" sldId="262"/>
            <ac:grpSpMk id="17" creationId="{9256691E-3BA4-A687-C86B-62E39BF575F1}"/>
          </ac:grpSpMkLst>
        </pc:grpChg>
        <pc:grpChg chg="add mod">
          <ac:chgData name="Natalie LePera" userId="cd153304780abd6f" providerId="LiveId" clId="{1761A5B6-3C17-432E-86D5-75D450B28F4F}" dt="2025-12-09T03:42:58.892" v="7205" actId="12788"/>
          <ac:grpSpMkLst>
            <pc:docMk/>
            <pc:sldMk cId="3970709948" sldId="262"/>
            <ac:grpSpMk id="18" creationId="{2DCDC6CF-179C-6816-94DD-15D85C0FB67A}"/>
          </ac:grpSpMkLst>
        </pc:grpChg>
        <pc:graphicFrameChg chg="add del mod">
          <ac:chgData name="Natalie LePera" userId="cd153304780abd6f" providerId="LiveId" clId="{1761A5B6-3C17-432E-86D5-75D450B28F4F}" dt="2025-12-09T03:35:21.676" v="6888" actId="3680"/>
          <ac:graphicFrameMkLst>
            <pc:docMk/>
            <pc:sldMk cId="3970709948" sldId="262"/>
            <ac:graphicFrameMk id="16" creationId="{818CDDF2-BF5A-C3E4-AB61-74F2B40F0548}"/>
          </ac:graphicFrameMkLst>
        </pc:graphicFrameChg>
        <pc:graphicFrameChg chg="add del mod modGraphic">
          <ac:chgData name="Natalie LePera" userId="cd153304780abd6f" providerId="LiveId" clId="{1761A5B6-3C17-432E-86D5-75D450B28F4F}" dt="2025-12-09T04:18:51.160" v="7999" actId="478"/>
          <ac:graphicFrameMkLst>
            <pc:docMk/>
            <pc:sldMk cId="3970709948" sldId="262"/>
            <ac:graphicFrameMk id="19" creationId="{7F6AE283-75B2-6200-2FCC-B00D5EACD83D}"/>
          </ac:graphicFrameMkLst>
        </pc:graphicFrameChg>
        <pc:picChg chg="add del mod">
          <ac:chgData name="Natalie LePera" userId="cd153304780abd6f" providerId="LiveId" clId="{1761A5B6-3C17-432E-86D5-75D450B28F4F}" dt="2025-12-09T03:17:12.301" v="6262" actId="478"/>
          <ac:picMkLst>
            <pc:docMk/>
            <pc:sldMk cId="3970709948" sldId="262"/>
            <ac:picMk id="5" creationId="{2D948CBC-E030-8D58-182C-730B20309263}"/>
          </ac:picMkLst>
        </pc:picChg>
        <pc:picChg chg="add del mod">
          <ac:chgData name="Natalie LePera" userId="cd153304780abd6f" providerId="LiveId" clId="{1761A5B6-3C17-432E-86D5-75D450B28F4F}" dt="2025-12-09T03:20:25.901" v="6398" actId="478"/>
          <ac:picMkLst>
            <pc:docMk/>
            <pc:sldMk cId="3970709948" sldId="262"/>
            <ac:picMk id="7" creationId="{A0956AD7-7158-799B-1C38-80A1597C6AE9}"/>
          </ac:picMkLst>
        </pc:picChg>
        <pc:picChg chg="add mod">
          <ac:chgData name="Natalie LePera" userId="cd153304780abd6f" providerId="LiveId" clId="{1761A5B6-3C17-432E-86D5-75D450B28F4F}" dt="2025-12-09T03:36:44.168" v="6922" actId="164"/>
          <ac:picMkLst>
            <pc:docMk/>
            <pc:sldMk cId="3970709948" sldId="262"/>
            <ac:picMk id="9" creationId="{B32F9FEB-F23B-75DC-831C-3996C7289844}"/>
          </ac:picMkLst>
        </pc:picChg>
        <pc:picChg chg="add mod">
          <ac:chgData name="Natalie LePera" userId="cd153304780abd6f" providerId="LiveId" clId="{1761A5B6-3C17-432E-86D5-75D450B28F4F}" dt="2025-12-09T03:36:44.168" v="6922" actId="164"/>
          <ac:picMkLst>
            <pc:docMk/>
            <pc:sldMk cId="3970709948" sldId="262"/>
            <ac:picMk id="13" creationId="{F80502F1-2DAE-B681-4B85-3896566A8D30}"/>
          </ac:picMkLst>
        </pc:picChg>
      </pc:sldChg>
      <pc:sldChg chg="addSp delSp modSp new mod modNotesTx">
        <pc:chgData name="Natalie LePera" userId="cd153304780abd6f" providerId="LiveId" clId="{1761A5B6-3C17-432E-86D5-75D450B28F4F}" dt="2025-12-09T23:29:25.722" v="22816" actId="1076"/>
        <pc:sldMkLst>
          <pc:docMk/>
          <pc:sldMk cId="2618546202" sldId="263"/>
        </pc:sldMkLst>
        <pc:spChg chg="mod">
          <ac:chgData name="Natalie LePera" userId="cd153304780abd6f" providerId="LiveId" clId="{1761A5B6-3C17-432E-86D5-75D450B28F4F}" dt="2025-12-09T04:38:06.253" v="8332" actId="14100"/>
          <ac:spMkLst>
            <pc:docMk/>
            <pc:sldMk cId="2618546202" sldId="263"/>
            <ac:spMk id="2" creationId="{DA348B40-F6B0-DF86-10A4-1C8856ECECAC}"/>
          </ac:spMkLst>
        </pc:spChg>
        <pc:spChg chg="mod">
          <ac:chgData name="Natalie LePera" userId="cd153304780abd6f" providerId="LiveId" clId="{1761A5B6-3C17-432E-86D5-75D450B28F4F}" dt="2025-12-09T23:29:20.529" v="22814" actId="1076"/>
          <ac:spMkLst>
            <pc:docMk/>
            <pc:sldMk cId="2618546202" sldId="263"/>
            <ac:spMk id="3" creationId="{FF6CEFC1-1DB6-14F6-696A-C5612CF0C936}"/>
          </ac:spMkLst>
        </pc:spChg>
        <pc:spChg chg="add mod">
          <ac:chgData name="Natalie LePera" userId="cd153304780abd6f" providerId="LiveId" clId="{1761A5B6-3C17-432E-86D5-75D450B28F4F}" dt="2025-12-09T23:28:52.232" v="22807"/>
          <ac:spMkLst>
            <pc:docMk/>
            <pc:sldMk cId="2618546202" sldId="263"/>
            <ac:spMk id="5" creationId="{EF66E948-8389-259C-BB59-378B182A2A3D}"/>
          </ac:spMkLst>
        </pc:spChg>
        <pc:spChg chg="add del mod">
          <ac:chgData name="Natalie LePera" userId="cd153304780abd6f" providerId="LiveId" clId="{1761A5B6-3C17-432E-86D5-75D450B28F4F}" dt="2025-12-09T23:28:49.672" v="22805" actId="21"/>
          <ac:spMkLst>
            <pc:docMk/>
            <pc:sldMk cId="2618546202" sldId="263"/>
            <ac:spMk id="8" creationId="{EF66E948-8389-259C-BB59-378B182A2A3D}"/>
          </ac:spMkLst>
        </pc:spChg>
        <pc:spChg chg="add mod">
          <ac:chgData name="Natalie LePera" userId="cd153304780abd6f" providerId="LiveId" clId="{1761A5B6-3C17-432E-86D5-75D450B28F4F}" dt="2025-12-09T23:28:54.680" v="22808"/>
          <ac:spMkLst>
            <pc:docMk/>
            <pc:sldMk cId="2618546202" sldId="263"/>
            <ac:spMk id="9" creationId="{9912FF90-2355-DA94-AAAD-BAB83B3EFA97}"/>
          </ac:spMkLst>
        </pc:spChg>
        <pc:spChg chg="add del mod ord">
          <ac:chgData name="Natalie LePera" userId="cd153304780abd6f" providerId="LiveId" clId="{1761A5B6-3C17-432E-86D5-75D450B28F4F}" dt="2025-12-09T05:00:20.542" v="8547" actId="478"/>
          <ac:spMkLst>
            <pc:docMk/>
            <pc:sldMk cId="2618546202" sldId="263"/>
            <ac:spMk id="11" creationId="{5178D8BF-196F-4941-C65C-37198243B546}"/>
          </ac:spMkLst>
        </pc:spChg>
        <pc:spChg chg="add mod">
          <ac:chgData name="Natalie LePera" userId="cd153304780abd6f" providerId="LiveId" clId="{1761A5B6-3C17-432E-86D5-75D450B28F4F}" dt="2025-12-09T23:28:58.536" v="22809"/>
          <ac:spMkLst>
            <pc:docMk/>
            <pc:sldMk cId="2618546202" sldId="263"/>
            <ac:spMk id="11" creationId="{CB338624-56F4-1D45-6C84-979645BA6A89}"/>
          </ac:spMkLst>
        </pc:spChg>
        <pc:spChg chg="add mod">
          <ac:chgData name="Natalie LePera" userId="cd153304780abd6f" providerId="LiveId" clId="{1761A5B6-3C17-432E-86D5-75D450B28F4F}" dt="2025-12-09T23:29:25.722" v="22816" actId="1076"/>
          <ac:spMkLst>
            <pc:docMk/>
            <pc:sldMk cId="2618546202" sldId="263"/>
            <ac:spMk id="12" creationId="{E07030B6-BBAE-29AE-56A9-2657F9E221B8}"/>
          </ac:spMkLst>
        </pc:spChg>
        <pc:spChg chg="add mod">
          <ac:chgData name="Natalie LePera" userId="cd153304780abd6f" providerId="LiveId" clId="{1761A5B6-3C17-432E-86D5-75D450B28F4F}" dt="2025-12-09T23:29:17.470" v="22813" actId="1076"/>
          <ac:spMkLst>
            <pc:docMk/>
            <pc:sldMk cId="2618546202" sldId="263"/>
            <ac:spMk id="13" creationId="{2F9910DA-BA88-8BF5-9322-013FCAEAF9D5}"/>
          </ac:spMkLst>
        </pc:spChg>
        <pc:graphicFrameChg chg="add mod modGraphic">
          <ac:chgData name="Natalie LePera" userId="cd153304780abd6f" providerId="LiveId" clId="{1761A5B6-3C17-432E-86D5-75D450B28F4F}" dt="2025-12-09T23:29:23.082" v="22815" actId="1076"/>
          <ac:graphicFrameMkLst>
            <pc:docMk/>
            <pc:sldMk cId="2618546202" sldId="263"/>
            <ac:graphicFrameMk id="14" creationId="{AFACD297-39CB-88C4-BCCA-CA808D3E66C8}"/>
          </ac:graphicFrameMkLst>
        </pc:graphicFrameChg>
        <pc:picChg chg="add mod">
          <ac:chgData name="Natalie LePera" userId="cd153304780abd6f" providerId="LiveId" clId="{1761A5B6-3C17-432E-86D5-75D450B28F4F}" dt="2025-12-09T23:28:52.232" v="22807"/>
          <ac:picMkLst>
            <pc:docMk/>
            <pc:sldMk cId="2618546202" sldId="263"/>
            <ac:picMk id="4" creationId="{945880C8-7B75-471C-AAFB-579DD9B7DFB3}"/>
          </ac:picMkLst>
        </pc:picChg>
        <pc:picChg chg="add del mod">
          <ac:chgData name="Natalie LePera" userId="cd153304780abd6f" providerId="LiveId" clId="{1761A5B6-3C17-432E-86D5-75D450B28F4F}" dt="2025-12-09T04:34:16.573" v="8215" actId="22"/>
          <ac:picMkLst>
            <pc:docMk/>
            <pc:sldMk cId="2618546202" sldId="263"/>
            <ac:picMk id="5" creationId="{9F5A1F4C-89C4-30AE-49A0-4158EB6986B4}"/>
          </ac:picMkLst>
        </pc:picChg>
        <pc:picChg chg="add mod">
          <ac:chgData name="Natalie LePera" userId="cd153304780abd6f" providerId="LiveId" clId="{1761A5B6-3C17-432E-86D5-75D450B28F4F}" dt="2025-12-09T23:28:54.680" v="22808"/>
          <ac:picMkLst>
            <pc:docMk/>
            <pc:sldMk cId="2618546202" sldId="263"/>
            <ac:picMk id="6" creationId="{2D607532-0AA4-6770-3A04-786581333628}"/>
          </ac:picMkLst>
        </pc:picChg>
        <pc:picChg chg="add del mod">
          <ac:chgData name="Natalie LePera" userId="cd153304780abd6f" providerId="LiveId" clId="{1761A5B6-3C17-432E-86D5-75D450B28F4F}" dt="2025-12-09T23:28:49.672" v="22805" actId="21"/>
          <ac:picMkLst>
            <pc:docMk/>
            <pc:sldMk cId="2618546202" sldId="263"/>
            <ac:picMk id="7" creationId="{945880C8-7B75-471C-AAFB-579DD9B7DFB3}"/>
          </ac:picMkLst>
        </pc:picChg>
        <pc:picChg chg="add del mod">
          <ac:chgData name="Natalie LePera" userId="cd153304780abd6f" providerId="LiveId" clId="{1761A5B6-3C17-432E-86D5-75D450B28F4F}" dt="2025-12-09T04:59:43.177" v="8539" actId="478"/>
          <ac:picMkLst>
            <pc:docMk/>
            <pc:sldMk cId="2618546202" sldId="263"/>
            <ac:picMk id="10" creationId="{2A59B456-4E5A-DB49-B65A-425D1BC62882}"/>
          </ac:picMkLst>
        </pc:picChg>
        <pc:picChg chg="add mod">
          <ac:chgData name="Natalie LePera" userId="cd153304780abd6f" providerId="LiveId" clId="{1761A5B6-3C17-432E-86D5-75D450B28F4F}" dt="2025-12-09T23:29:06.340" v="22811" actId="1076"/>
          <ac:picMkLst>
            <pc:docMk/>
            <pc:sldMk cId="2618546202" sldId="263"/>
            <ac:picMk id="10" creationId="{BACE4033-63F4-20FC-86E4-4938E65B0524}"/>
          </ac:picMkLst>
        </pc:picChg>
      </pc:sldChg>
      <pc:sldChg chg="addSp delSp modSp add del mod">
        <pc:chgData name="Natalie LePera" userId="cd153304780abd6f" providerId="LiveId" clId="{1761A5B6-3C17-432E-86D5-75D450B28F4F}" dt="2025-12-09T05:35:27.964" v="10360" actId="47"/>
        <pc:sldMkLst>
          <pc:docMk/>
          <pc:sldMk cId="2883755498" sldId="264"/>
        </pc:sldMkLst>
        <pc:spChg chg="mod">
          <ac:chgData name="Natalie LePera" userId="cd153304780abd6f" providerId="LiveId" clId="{1761A5B6-3C17-432E-86D5-75D450B28F4F}" dt="2025-12-09T04:20:18.432" v="8015" actId="20577"/>
          <ac:spMkLst>
            <pc:docMk/>
            <pc:sldMk cId="2883755498" sldId="264"/>
            <ac:spMk id="3" creationId="{FBA90FFC-5785-CCD6-60A0-F6494C1A4257}"/>
          </ac:spMkLst>
        </pc:spChg>
        <pc:spChg chg="mod topLvl">
          <ac:chgData name="Natalie LePera" userId="cd153304780abd6f" providerId="LiveId" clId="{1761A5B6-3C17-432E-86D5-75D450B28F4F}" dt="2025-12-09T04:22:07.906" v="8034" actId="164"/>
          <ac:spMkLst>
            <pc:docMk/>
            <pc:sldMk cId="2883755498" sldId="264"/>
            <ac:spMk id="14" creationId="{E132747C-CCBD-B145-6928-79B108FF3B97}"/>
          </ac:spMkLst>
        </pc:spChg>
        <pc:grpChg chg="add mod">
          <ac:chgData name="Natalie LePera" userId="cd153304780abd6f" providerId="LiveId" clId="{1761A5B6-3C17-432E-86D5-75D450B28F4F}" dt="2025-12-09T04:22:16.338" v="8035" actId="1076"/>
          <ac:grpSpMkLst>
            <pc:docMk/>
            <pc:sldMk cId="2883755498" sldId="264"/>
            <ac:grpSpMk id="6" creationId="{AF1C39BA-8A45-C7C4-4F06-9F08528DEBF6}"/>
          </ac:grpSpMkLst>
        </pc:grpChg>
        <pc:grpChg chg="del mod">
          <ac:chgData name="Natalie LePera" userId="cd153304780abd6f" providerId="LiveId" clId="{1761A5B6-3C17-432E-86D5-75D450B28F4F}" dt="2025-12-09T04:21:39.986" v="8026" actId="478"/>
          <ac:grpSpMkLst>
            <pc:docMk/>
            <pc:sldMk cId="2883755498" sldId="264"/>
            <ac:grpSpMk id="18" creationId="{B3F2AA8F-FFDB-927F-10D3-A0BECF53C94E}"/>
          </ac:grpSpMkLst>
        </pc:grpChg>
        <pc:picChg chg="mod">
          <ac:chgData name="Natalie LePera" userId="cd153304780abd6f" providerId="LiveId" clId="{1761A5B6-3C17-432E-86D5-75D450B28F4F}" dt="2025-12-09T04:22:07.906" v="8034" actId="164"/>
          <ac:picMkLst>
            <pc:docMk/>
            <pc:sldMk cId="2883755498" sldId="264"/>
            <ac:picMk id="4" creationId="{06420C31-4930-DEFD-979D-3110D50653F6}"/>
          </ac:picMkLst>
        </pc:picChg>
        <pc:picChg chg="mod">
          <ac:chgData name="Natalie LePera" userId="cd153304780abd6f" providerId="LiveId" clId="{1761A5B6-3C17-432E-86D5-75D450B28F4F}" dt="2025-12-09T04:22:07.906" v="8034" actId="164"/>
          <ac:picMkLst>
            <pc:docMk/>
            <pc:sldMk cId="2883755498" sldId="264"/>
            <ac:picMk id="5" creationId="{4B3F8A1A-B789-EDF6-1543-02DC2992F351}"/>
          </ac:picMkLst>
        </pc:picChg>
        <pc:picChg chg="del">
          <ac:chgData name="Natalie LePera" userId="cd153304780abd6f" providerId="LiveId" clId="{1761A5B6-3C17-432E-86D5-75D450B28F4F}" dt="2025-12-09T04:20:32.079" v="8016" actId="478"/>
          <ac:picMkLst>
            <pc:docMk/>
            <pc:sldMk cId="2883755498" sldId="264"/>
            <ac:picMk id="9" creationId="{D615548A-DFD1-34B9-9B09-D14C9BE11A05}"/>
          </ac:picMkLst>
        </pc:picChg>
        <pc:picChg chg="del topLvl">
          <ac:chgData name="Natalie LePera" userId="cd153304780abd6f" providerId="LiveId" clId="{1761A5B6-3C17-432E-86D5-75D450B28F4F}" dt="2025-12-09T04:21:39.986" v="8026" actId="478"/>
          <ac:picMkLst>
            <pc:docMk/>
            <pc:sldMk cId="2883755498" sldId="264"/>
            <ac:picMk id="13" creationId="{D734E095-E825-6D7F-908C-841B1B3E92E0}"/>
          </ac:picMkLst>
        </pc:picChg>
      </pc:sldChg>
      <pc:sldChg chg="addSp delSp modSp add mod ord modNotesTx">
        <pc:chgData name="Natalie LePera" userId="cd153304780abd6f" providerId="LiveId" clId="{1761A5B6-3C17-432E-86D5-75D450B28F4F}" dt="2025-12-10T01:23:51.899" v="24547" actId="20577"/>
        <pc:sldMkLst>
          <pc:docMk/>
          <pc:sldMk cId="1915809032" sldId="265"/>
        </pc:sldMkLst>
        <pc:spChg chg="mod">
          <ac:chgData name="Natalie LePera" userId="cd153304780abd6f" providerId="LiveId" clId="{1761A5B6-3C17-432E-86D5-75D450B28F4F}" dt="2025-12-09T05:08:58.508" v="8718" actId="20577"/>
          <ac:spMkLst>
            <pc:docMk/>
            <pc:sldMk cId="1915809032" sldId="265"/>
            <ac:spMk id="2" creationId="{EDAA2E29-D487-E735-DE59-7F3280D0588B}"/>
          </ac:spMkLst>
        </pc:spChg>
        <pc:spChg chg="mod">
          <ac:chgData name="Natalie LePera" userId="cd153304780abd6f" providerId="LiveId" clId="{1761A5B6-3C17-432E-86D5-75D450B28F4F}" dt="2025-12-10T01:23:51.899" v="24547" actId="20577"/>
          <ac:spMkLst>
            <pc:docMk/>
            <pc:sldMk cId="1915809032" sldId="265"/>
            <ac:spMk id="3" creationId="{21ACD598-F2F6-2867-B3EF-344D11650165}"/>
          </ac:spMkLst>
        </pc:spChg>
        <pc:spChg chg="add del mod">
          <ac:chgData name="Natalie LePera" userId="cd153304780abd6f" providerId="LiveId" clId="{1761A5B6-3C17-432E-86D5-75D450B28F4F}" dt="2025-12-09T05:15:15.053" v="8938" actId="478"/>
          <ac:spMkLst>
            <pc:docMk/>
            <pc:sldMk cId="1915809032" sldId="265"/>
            <ac:spMk id="4" creationId="{0D164517-8973-AD83-8686-70259FB45368}"/>
          </ac:spMkLst>
        </pc:spChg>
        <pc:spChg chg="add mod">
          <ac:chgData name="Natalie LePera" userId="cd153304780abd6f" providerId="LiveId" clId="{1761A5B6-3C17-432E-86D5-75D450B28F4F}" dt="2025-12-09T06:33:38.675" v="13335"/>
          <ac:spMkLst>
            <pc:docMk/>
            <pc:sldMk cId="1915809032" sldId="265"/>
            <ac:spMk id="6" creationId="{44E04511-7F33-E704-30A1-49B5FA6E2E5D}"/>
          </ac:spMkLst>
        </pc:spChg>
        <pc:spChg chg="del">
          <ac:chgData name="Natalie LePera" userId="cd153304780abd6f" providerId="LiveId" clId="{1761A5B6-3C17-432E-86D5-75D450B28F4F}" dt="2025-12-09T05:20:23.308" v="9302" actId="478"/>
          <ac:spMkLst>
            <pc:docMk/>
            <pc:sldMk cId="1915809032" sldId="265"/>
            <ac:spMk id="8" creationId="{0FA14215-11E8-A5E1-1069-2494CB108538}"/>
          </ac:spMkLst>
        </pc:spChg>
        <pc:spChg chg="add mod">
          <ac:chgData name="Natalie LePera" userId="cd153304780abd6f" providerId="LiveId" clId="{1761A5B6-3C17-432E-86D5-75D450B28F4F}" dt="2025-12-09T06:36:20.998" v="13426"/>
          <ac:spMkLst>
            <pc:docMk/>
            <pc:sldMk cId="1915809032" sldId="265"/>
            <ac:spMk id="10" creationId="{51E428D9-0873-2DFA-8956-E8B5EB43D98A}"/>
          </ac:spMkLst>
        </pc:spChg>
        <pc:spChg chg="add del mod">
          <ac:chgData name="Natalie LePera" userId="cd153304780abd6f" providerId="LiveId" clId="{1761A5B6-3C17-432E-86D5-75D450B28F4F}" dt="2025-12-09T06:36:25.793" v="13429" actId="478"/>
          <ac:spMkLst>
            <pc:docMk/>
            <pc:sldMk cId="1915809032" sldId="265"/>
            <ac:spMk id="12" creationId="{D0427440-1E8C-CB1F-707F-628FF4662E04}"/>
          </ac:spMkLst>
        </pc:spChg>
        <pc:spChg chg="mod">
          <ac:chgData name="Natalie LePera" userId="cd153304780abd6f" providerId="LiveId" clId="{1761A5B6-3C17-432E-86D5-75D450B28F4F}" dt="2025-12-09T05:27:43.240" v="10025" actId="1076"/>
          <ac:spMkLst>
            <pc:docMk/>
            <pc:sldMk cId="1915809032" sldId="265"/>
            <ac:spMk id="13" creationId="{BCC0C980-C6DA-D827-8B80-1DF443E4D24B}"/>
          </ac:spMkLst>
        </pc:spChg>
        <pc:graphicFrameChg chg="add mod">
          <ac:chgData name="Natalie LePera" userId="cd153304780abd6f" providerId="LiveId" clId="{1761A5B6-3C17-432E-86D5-75D450B28F4F}" dt="2025-12-10T01:23:42.204" v="24541"/>
          <ac:graphicFrameMkLst>
            <pc:docMk/>
            <pc:sldMk cId="1915809032" sldId="265"/>
            <ac:graphicFrameMk id="4" creationId="{31718721-3CE7-94E6-E3F0-2F7428B421C0}"/>
          </ac:graphicFrameMkLst>
        </pc:graphicFrameChg>
        <pc:graphicFrameChg chg="add mod modGraphic">
          <ac:chgData name="Natalie LePera" userId="cd153304780abd6f" providerId="LiveId" clId="{1761A5B6-3C17-432E-86D5-75D450B28F4F}" dt="2025-12-09T06:36:43.680" v="13434" actId="12788"/>
          <ac:graphicFrameMkLst>
            <pc:docMk/>
            <pc:sldMk cId="1915809032" sldId="265"/>
            <ac:graphicFrameMk id="5" creationId="{285FD7E3-962A-2E8B-3CEF-E1336C960007}"/>
          </ac:graphicFrameMkLst>
        </pc:graphicFrameChg>
        <pc:graphicFrameChg chg="add mod">
          <ac:chgData name="Natalie LePera" userId="cd153304780abd6f" providerId="LiveId" clId="{1761A5B6-3C17-432E-86D5-75D450B28F4F}" dt="2025-12-10T01:23:45.701" v="24542"/>
          <ac:graphicFrameMkLst>
            <pc:docMk/>
            <pc:sldMk cId="1915809032" sldId="265"/>
            <ac:graphicFrameMk id="6" creationId="{371CDF9F-3129-639A-D067-8592AEAFB181}"/>
          </ac:graphicFrameMkLst>
        </pc:graphicFrameChg>
        <pc:picChg chg="del">
          <ac:chgData name="Natalie LePera" userId="cd153304780abd6f" providerId="LiveId" clId="{1761A5B6-3C17-432E-86D5-75D450B28F4F}" dt="2025-12-09T05:20:22.155" v="9301" actId="478"/>
          <ac:picMkLst>
            <pc:docMk/>
            <pc:sldMk cId="1915809032" sldId="265"/>
            <ac:picMk id="7" creationId="{EF9C9860-1FB5-E304-0B80-4DD286B5691B}"/>
          </ac:picMkLst>
        </pc:picChg>
        <pc:picChg chg="add del mod">
          <ac:chgData name="Natalie LePera" userId="cd153304780abd6f" providerId="LiveId" clId="{1761A5B6-3C17-432E-86D5-75D450B28F4F}" dt="2025-12-09T06:36:20.553" v="13425" actId="478"/>
          <ac:picMkLst>
            <pc:docMk/>
            <pc:sldMk cId="1915809032" sldId="265"/>
            <ac:picMk id="9" creationId="{8A24122C-04C2-4C35-7650-6FA0163AD5EF}"/>
          </ac:picMkLst>
        </pc:picChg>
        <pc:picChg chg="add mod">
          <ac:chgData name="Natalie LePera" userId="cd153304780abd6f" providerId="LiveId" clId="{1761A5B6-3C17-432E-86D5-75D450B28F4F}" dt="2025-12-09T06:36:43.680" v="13434" actId="12788"/>
          <ac:picMkLst>
            <pc:docMk/>
            <pc:sldMk cId="1915809032" sldId="265"/>
            <ac:picMk id="11" creationId="{845C4050-1227-42BF-610D-405676A300A8}"/>
          </ac:picMkLst>
        </pc:picChg>
      </pc:sldChg>
      <pc:sldChg chg="addSp delSp modSp new mod modClrScheme chgLayout">
        <pc:chgData name="Natalie LePera" userId="cd153304780abd6f" providerId="LiveId" clId="{1761A5B6-3C17-432E-86D5-75D450B28F4F}" dt="2025-12-09T20:28:07.779" v="15708" actId="20577"/>
        <pc:sldMkLst>
          <pc:docMk/>
          <pc:sldMk cId="2627844694" sldId="266"/>
        </pc:sldMkLst>
        <pc:spChg chg="mod ord">
          <ac:chgData name="Natalie LePera" userId="cd153304780abd6f" providerId="LiveId" clId="{1761A5B6-3C17-432E-86D5-75D450B28F4F}" dt="2025-12-09T06:43:44.812" v="14343" actId="1035"/>
          <ac:spMkLst>
            <pc:docMk/>
            <pc:sldMk cId="2627844694" sldId="266"/>
            <ac:spMk id="2" creationId="{299DA1EB-2B17-008B-9977-49737BC2BD14}"/>
          </ac:spMkLst>
        </pc:spChg>
        <pc:spChg chg="del mod ord">
          <ac:chgData name="Natalie LePera" userId="cd153304780abd6f" providerId="LiveId" clId="{1761A5B6-3C17-432E-86D5-75D450B28F4F}" dt="2025-12-09T05:48:23.252" v="10779" actId="700"/>
          <ac:spMkLst>
            <pc:docMk/>
            <pc:sldMk cId="2627844694" sldId="266"/>
            <ac:spMk id="3" creationId="{6B959AC6-8A00-4145-7BE3-351A8491E2F3}"/>
          </ac:spMkLst>
        </pc:spChg>
        <pc:spChg chg="del">
          <ac:chgData name="Natalie LePera" userId="cd153304780abd6f" providerId="LiveId" clId="{1761A5B6-3C17-432E-86D5-75D450B28F4F}" dt="2025-12-09T05:48:23.252" v="10779" actId="700"/>
          <ac:spMkLst>
            <pc:docMk/>
            <pc:sldMk cId="2627844694" sldId="266"/>
            <ac:spMk id="4" creationId="{168439F8-BA78-A03F-1B22-DFA7EAABD5B6}"/>
          </ac:spMkLst>
        </pc:spChg>
        <pc:spChg chg="add mod ord">
          <ac:chgData name="Natalie LePera" userId="cd153304780abd6f" providerId="LiveId" clId="{1761A5B6-3C17-432E-86D5-75D450B28F4F}" dt="2025-12-09T20:28:07.779" v="15708" actId="20577"/>
          <ac:spMkLst>
            <pc:docMk/>
            <pc:sldMk cId="2627844694" sldId="266"/>
            <ac:spMk id="5" creationId="{CCC9F908-66D7-9798-0992-D1D687C6CABB}"/>
          </ac:spMkLst>
        </pc:spChg>
      </pc:sldChg>
      <pc:sldChg chg="addSp delSp modSp add mod modNotesTx">
        <pc:chgData name="Natalie LePera" userId="cd153304780abd6f" providerId="LiveId" clId="{1761A5B6-3C17-432E-86D5-75D450B28F4F}" dt="2025-12-09T23:30:18.245" v="22867" actId="1036"/>
        <pc:sldMkLst>
          <pc:docMk/>
          <pc:sldMk cId="1208408284" sldId="267"/>
        </pc:sldMkLst>
        <pc:spChg chg="mod">
          <ac:chgData name="Natalie LePera" userId="cd153304780abd6f" providerId="LiveId" clId="{1761A5B6-3C17-432E-86D5-75D450B28F4F}" dt="2025-12-09T06:12:50.820" v="12526" actId="20577"/>
          <ac:spMkLst>
            <pc:docMk/>
            <pc:sldMk cId="1208408284" sldId="267"/>
            <ac:spMk id="2" creationId="{B538715E-DD47-D6A3-C055-B1CFD274A6E9}"/>
          </ac:spMkLst>
        </pc:spChg>
        <pc:spChg chg="mod">
          <ac:chgData name="Natalie LePera" userId="cd153304780abd6f" providerId="LiveId" clId="{1761A5B6-3C17-432E-86D5-75D450B28F4F}" dt="2025-12-09T23:30:18.245" v="22867" actId="1036"/>
          <ac:spMkLst>
            <pc:docMk/>
            <pc:sldMk cId="1208408284" sldId="267"/>
            <ac:spMk id="3" creationId="{1FC1A084-E415-0AEA-422A-71B3E59AC6B5}"/>
          </ac:spMkLst>
        </pc:spChg>
        <pc:spChg chg="del">
          <ac:chgData name="Natalie LePera" userId="cd153304780abd6f" providerId="LiveId" clId="{1761A5B6-3C17-432E-86D5-75D450B28F4F}" dt="2025-12-09T06:14:30.116" v="12530" actId="478"/>
          <ac:spMkLst>
            <pc:docMk/>
            <pc:sldMk cId="1208408284" sldId="267"/>
            <ac:spMk id="8" creationId="{B24B5E03-2913-CE09-4279-317D82D762AA}"/>
          </ac:spMkLst>
        </pc:spChg>
        <pc:spChg chg="add del mod">
          <ac:chgData name="Natalie LePera" userId="cd153304780abd6f" providerId="LiveId" clId="{1761A5B6-3C17-432E-86D5-75D450B28F4F}" dt="2025-12-09T23:29:59.023" v="22819" actId="478"/>
          <ac:spMkLst>
            <pc:docMk/>
            <pc:sldMk cId="1208408284" sldId="267"/>
            <ac:spMk id="9" creationId="{44469CC6-C178-E0B4-CB9B-67B9E6057041}"/>
          </ac:spMkLst>
        </pc:spChg>
        <pc:spChg chg="del mod">
          <ac:chgData name="Natalie LePera" userId="cd153304780abd6f" providerId="LiveId" clId="{1761A5B6-3C17-432E-86D5-75D450B28F4F}" dt="2025-12-09T06:31:23.049" v="13264" actId="478"/>
          <ac:spMkLst>
            <pc:docMk/>
            <pc:sldMk cId="1208408284" sldId="267"/>
            <ac:spMk id="12" creationId="{0F9D20BD-CC59-E839-22ED-B56BDE5D7505}"/>
          </ac:spMkLst>
        </pc:spChg>
        <pc:spChg chg="mod">
          <ac:chgData name="Natalie LePera" userId="cd153304780abd6f" providerId="LiveId" clId="{1761A5B6-3C17-432E-86D5-75D450B28F4F}" dt="2025-12-09T23:30:05.239" v="22820" actId="14100"/>
          <ac:spMkLst>
            <pc:docMk/>
            <pc:sldMk cId="1208408284" sldId="267"/>
            <ac:spMk id="13" creationId="{003332FC-D76E-C03F-F2DD-63BCF76E55B5}"/>
          </ac:spMkLst>
        </pc:spChg>
        <pc:graphicFrameChg chg="mod ord modGraphic">
          <ac:chgData name="Natalie LePera" userId="cd153304780abd6f" providerId="LiveId" clId="{1761A5B6-3C17-432E-86D5-75D450B28F4F}" dt="2025-12-09T23:30:12.918" v="22845" actId="1036"/>
          <ac:graphicFrameMkLst>
            <pc:docMk/>
            <pc:sldMk cId="1208408284" sldId="267"/>
            <ac:graphicFrameMk id="14" creationId="{36E325BF-2516-BC81-A92A-0EBDA8345BBD}"/>
          </ac:graphicFrameMkLst>
        </pc:graphicFrameChg>
        <pc:picChg chg="add mod">
          <ac:chgData name="Natalie LePera" userId="cd153304780abd6f" providerId="LiveId" clId="{1761A5B6-3C17-432E-86D5-75D450B28F4F}" dt="2025-12-09T23:30:08.670" v="22830" actId="1036"/>
          <ac:picMkLst>
            <pc:docMk/>
            <pc:sldMk cId="1208408284" sldId="267"/>
            <ac:picMk id="4" creationId="{C4D9C4E2-5AA4-36DE-ECEB-F224394C2F6E}"/>
          </ac:picMkLst>
        </pc:picChg>
        <pc:picChg chg="add del mod">
          <ac:chgData name="Natalie LePera" userId="cd153304780abd6f" providerId="LiveId" clId="{1761A5B6-3C17-432E-86D5-75D450B28F4F}" dt="2025-12-09T23:29:57.551" v="22818" actId="478"/>
          <ac:picMkLst>
            <pc:docMk/>
            <pc:sldMk cId="1208408284" sldId="267"/>
            <ac:picMk id="6" creationId="{D0B298C3-CBAC-7D67-00DA-47E5812C95C5}"/>
          </ac:picMkLst>
        </pc:picChg>
        <pc:picChg chg="del">
          <ac:chgData name="Natalie LePera" userId="cd153304780abd6f" providerId="LiveId" clId="{1761A5B6-3C17-432E-86D5-75D450B28F4F}" dt="2025-12-09T06:14:27.252" v="12529" actId="478"/>
          <ac:picMkLst>
            <pc:docMk/>
            <pc:sldMk cId="1208408284" sldId="267"/>
            <ac:picMk id="7" creationId="{A4B73F6A-DB8C-76E7-A59E-121E7AAE9A11}"/>
          </ac:picMkLst>
        </pc:picChg>
      </pc:sldChg>
      <pc:sldChg chg="addSp delSp modSp new mod modClrScheme chgLayout">
        <pc:chgData name="Natalie LePera" userId="cd153304780abd6f" providerId="LiveId" clId="{1761A5B6-3C17-432E-86D5-75D450B28F4F}" dt="2025-12-09T23:09:43.786" v="21792" actId="20577"/>
        <pc:sldMkLst>
          <pc:docMk/>
          <pc:sldMk cId="3226496652" sldId="268"/>
        </pc:sldMkLst>
        <pc:spChg chg="del mod ord">
          <ac:chgData name="Natalie LePera" userId="cd153304780abd6f" providerId="LiveId" clId="{1761A5B6-3C17-432E-86D5-75D450B28F4F}" dt="2025-12-09T07:31:41.525" v="14712" actId="700"/>
          <ac:spMkLst>
            <pc:docMk/>
            <pc:sldMk cId="3226496652" sldId="268"/>
            <ac:spMk id="2" creationId="{CCABAD1F-D051-DEE2-CC3A-EB5FF0ACC240}"/>
          </ac:spMkLst>
        </pc:spChg>
        <pc:spChg chg="del mod ord">
          <ac:chgData name="Natalie LePera" userId="cd153304780abd6f" providerId="LiveId" clId="{1761A5B6-3C17-432E-86D5-75D450B28F4F}" dt="2025-12-09T07:31:41.525" v="14712" actId="700"/>
          <ac:spMkLst>
            <pc:docMk/>
            <pc:sldMk cId="3226496652" sldId="268"/>
            <ac:spMk id="3" creationId="{F6CE4A1B-8D5B-8769-263E-D5DAADDA0B7E}"/>
          </ac:spMkLst>
        </pc:spChg>
        <pc:spChg chg="add mod ord">
          <ac:chgData name="Natalie LePera" userId="cd153304780abd6f" providerId="LiveId" clId="{1761A5B6-3C17-432E-86D5-75D450B28F4F}" dt="2025-12-09T23:09:43.786" v="21792" actId="20577"/>
          <ac:spMkLst>
            <pc:docMk/>
            <pc:sldMk cId="3226496652" sldId="268"/>
            <ac:spMk id="4" creationId="{A8772B86-CC87-5552-9AA4-CC729A6D85E3}"/>
          </ac:spMkLst>
        </pc:spChg>
        <pc:spChg chg="add del mod ord">
          <ac:chgData name="Natalie LePera" userId="cd153304780abd6f" providerId="LiveId" clId="{1761A5B6-3C17-432E-86D5-75D450B28F4F}" dt="2025-12-09T20:54:01.492" v="16181" actId="478"/>
          <ac:spMkLst>
            <pc:docMk/>
            <pc:sldMk cId="3226496652" sldId="268"/>
            <ac:spMk id="5" creationId="{8497DA9C-7F1C-25BD-AA49-F027A160211E}"/>
          </ac:spMkLst>
        </pc:spChg>
        <pc:spChg chg="add mod ord">
          <ac:chgData name="Natalie LePera" userId="cd153304780abd6f" providerId="LiveId" clId="{1761A5B6-3C17-432E-86D5-75D450B28F4F}" dt="2025-12-09T21:17:47.143" v="16484" actId="20577"/>
          <ac:spMkLst>
            <pc:docMk/>
            <pc:sldMk cId="3226496652" sldId="268"/>
            <ac:spMk id="6" creationId="{1FA9457C-CA6F-44D5-64D7-4C0C59ED90DA}"/>
          </ac:spMkLst>
        </pc:spChg>
        <pc:spChg chg="add mod ord">
          <ac:chgData name="Natalie LePera" userId="cd153304780abd6f" providerId="LiveId" clId="{1761A5B6-3C17-432E-86D5-75D450B28F4F}" dt="2025-12-09T21:17:46.167" v="16481" actId="20577"/>
          <ac:spMkLst>
            <pc:docMk/>
            <pc:sldMk cId="3226496652" sldId="268"/>
            <ac:spMk id="7" creationId="{F4BC7500-3CC5-93EC-A866-28FAFC605AB0}"/>
          </ac:spMkLst>
        </pc:spChg>
        <pc:spChg chg="add del mod ord">
          <ac:chgData name="Natalie LePera" userId="cd153304780abd6f" providerId="LiveId" clId="{1761A5B6-3C17-432E-86D5-75D450B28F4F}" dt="2025-12-09T20:54:07.923" v="16183" actId="478"/>
          <ac:spMkLst>
            <pc:docMk/>
            <pc:sldMk cId="3226496652" sldId="268"/>
            <ac:spMk id="8" creationId="{ABA5E7B1-0D39-D792-269C-297B361FA1E1}"/>
          </ac:spMkLst>
        </pc:spChg>
        <pc:spChg chg="add del mod">
          <ac:chgData name="Natalie LePera" userId="cd153304780abd6f" providerId="LiveId" clId="{1761A5B6-3C17-432E-86D5-75D450B28F4F}" dt="2025-12-09T20:54:04.233" v="16182" actId="478"/>
          <ac:spMkLst>
            <pc:docMk/>
            <pc:sldMk cId="3226496652" sldId="268"/>
            <ac:spMk id="10" creationId="{2474BB2D-56ED-A76F-A47A-EE229FD00D7D}"/>
          </ac:spMkLst>
        </pc:spChg>
        <pc:spChg chg="add del mod">
          <ac:chgData name="Natalie LePera" userId="cd153304780abd6f" providerId="LiveId" clId="{1761A5B6-3C17-432E-86D5-75D450B28F4F}" dt="2025-12-09T20:54:09.913" v="16184" actId="478"/>
          <ac:spMkLst>
            <pc:docMk/>
            <pc:sldMk cId="3226496652" sldId="268"/>
            <ac:spMk id="12" creationId="{5C795127-DF76-1109-3E38-0340E8D47E72}"/>
          </ac:spMkLst>
        </pc:spChg>
        <pc:grpChg chg="add del mod">
          <ac:chgData name="Natalie LePera" userId="cd153304780abd6f" providerId="LiveId" clId="{1761A5B6-3C17-432E-86D5-75D450B28F4F}" dt="2025-12-09T20:56:28.167" v="16225" actId="165"/>
          <ac:grpSpMkLst>
            <pc:docMk/>
            <pc:sldMk cId="3226496652" sldId="268"/>
            <ac:grpSpMk id="15" creationId="{72125D7C-8B7F-1984-CF72-15A47CBD0326}"/>
          </ac:grpSpMkLst>
        </pc:grpChg>
        <pc:graphicFrameChg chg="add mod">
          <ac:chgData name="Natalie LePera" userId="cd153304780abd6f" providerId="LiveId" clId="{1761A5B6-3C17-432E-86D5-75D450B28F4F}" dt="2025-12-09T08:05:35.577" v="15412"/>
          <ac:graphicFrameMkLst>
            <pc:docMk/>
            <pc:sldMk cId="3226496652" sldId="268"/>
            <ac:graphicFrameMk id="18" creationId="{ACC4A369-CEBE-B9B3-BF40-EAB46A53C055}"/>
          </ac:graphicFrameMkLst>
        </pc:graphicFrameChg>
        <pc:graphicFrameChg chg="add del mod modGraphic">
          <ac:chgData name="Natalie LePera" userId="cd153304780abd6f" providerId="LiveId" clId="{1761A5B6-3C17-432E-86D5-75D450B28F4F}" dt="2025-12-09T08:06:05.163" v="15430" actId="478"/>
          <ac:graphicFrameMkLst>
            <pc:docMk/>
            <pc:sldMk cId="3226496652" sldId="268"/>
            <ac:graphicFrameMk id="19" creationId="{928B4FDB-1C80-5FFC-23AB-DF9AE8528788}"/>
          </ac:graphicFrameMkLst>
        </pc:graphicFrameChg>
        <pc:picChg chg="add del mod topLvl">
          <ac:chgData name="Natalie LePera" userId="cd153304780abd6f" providerId="LiveId" clId="{1761A5B6-3C17-432E-86D5-75D450B28F4F}" dt="2025-12-09T21:17:45.445" v="16479" actId="478"/>
          <ac:picMkLst>
            <pc:docMk/>
            <pc:sldMk cId="3226496652" sldId="268"/>
            <ac:picMk id="3" creationId="{65E44EC3-A4B6-8D91-D489-4ACF11329BB4}"/>
          </ac:picMkLst>
        </pc:picChg>
        <pc:picChg chg="add del mod">
          <ac:chgData name="Natalie LePera" userId="cd153304780abd6f" providerId="LiveId" clId="{1761A5B6-3C17-432E-86D5-75D450B28F4F}" dt="2025-12-09T07:59:05.977" v="15117" actId="21"/>
          <ac:picMkLst>
            <pc:docMk/>
            <pc:sldMk cId="3226496652" sldId="268"/>
            <ac:picMk id="10" creationId="{68A6E05D-B4D4-DA5A-0BCA-3D0A033BE4BC}"/>
          </ac:picMkLst>
        </pc:picChg>
        <pc:picChg chg="add del mod">
          <ac:chgData name="Natalie LePera" userId="cd153304780abd6f" providerId="LiveId" clId="{1761A5B6-3C17-432E-86D5-75D450B28F4F}" dt="2025-12-09T07:59:53.910" v="15135" actId="21"/>
          <ac:picMkLst>
            <pc:docMk/>
            <pc:sldMk cId="3226496652" sldId="268"/>
            <ac:picMk id="12" creationId="{9D96C260-6F15-4409-1C6D-F02B1CD7BC30}"/>
          </ac:picMkLst>
        </pc:picChg>
        <pc:picChg chg="add mod">
          <ac:chgData name="Natalie LePera" userId="cd153304780abd6f" providerId="LiveId" clId="{1761A5B6-3C17-432E-86D5-75D450B28F4F}" dt="2025-12-09T07:59:51.286" v="15134"/>
          <ac:picMkLst>
            <pc:docMk/>
            <pc:sldMk cId="3226496652" sldId="268"/>
            <ac:picMk id="13" creationId="{E02A5116-996D-DCC9-6109-1D10F0720473}"/>
          </ac:picMkLst>
        </pc:picChg>
        <pc:picChg chg="add del mod topLvl">
          <ac:chgData name="Natalie LePera" userId="cd153304780abd6f" providerId="LiveId" clId="{1761A5B6-3C17-432E-86D5-75D450B28F4F}" dt="2025-12-09T21:17:45.200" v="16478" actId="478"/>
          <ac:picMkLst>
            <pc:docMk/>
            <pc:sldMk cId="3226496652" sldId="268"/>
            <ac:picMk id="14" creationId="{61B9B47E-0A40-8D3F-509C-B07D03374D54}"/>
          </ac:picMkLst>
        </pc:picChg>
        <pc:picChg chg="add del mod">
          <ac:chgData name="Natalie LePera" userId="cd153304780abd6f" providerId="LiveId" clId="{1761A5B6-3C17-432E-86D5-75D450B28F4F}" dt="2025-12-09T08:06:49.655" v="15431" actId="478"/>
          <ac:picMkLst>
            <pc:docMk/>
            <pc:sldMk cId="3226496652" sldId="268"/>
            <ac:picMk id="15" creationId="{9CCEE045-893A-6544-B7E3-4CAFB74E0C08}"/>
          </ac:picMkLst>
        </pc:picChg>
        <pc:picChg chg="add del mod">
          <ac:chgData name="Natalie LePera" userId="cd153304780abd6f" providerId="LiveId" clId="{1761A5B6-3C17-432E-86D5-75D450B28F4F}" dt="2025-12-09T08:07:05.965" v="15439" actId="478"/>
          <ac:picMkLst>
            <pc:docMk/>
            <pc:sldMk cId="3226496652" sldId="268"/>
            <ac:picMk id="17" creationId="{9B2DBC73-950A-F537-1BE3-8E1465BFA1C4}"/>
          </ac:picMkLst>
        </pc:picChg>
        <pc:picChg chg="add del mod">
          <ac:chgData name="Natalie LePera" userId="cd153304780abd6f" providerId="LiveId" clId="{1761A5B6-3C17-432E-86D5-75D450B28F4F}" dt="2025-12-09T08:16:21.964" v="15689" actId="21"/>
          <ac:picMkLst>
            <pc:docMk/>
            <pc:sldMk cId="3226496652" sldId="268"/>
            <ac:picMk id="21" creationId="{C4BCC3E9-C925-F5AE-997A-85AE5E36358C}"/>
          </ac:picMkLst>
        </pc:picChg>
        <pc:picChg chg="add del mod">
          <ac:chgData name="Natalie LePera" userId="cd153304780abd6f" providerId="LiveId" clId="{1761A5B6-3C17-432E-86D5-75D450B28F4F}" dt="2025-12-09T08:16:41.227" v="15698" actId="21"/>
          <ac:picMkLst>
            <pc:docMk/>
            <pc:sldMk cId="3226496652" sldId="268"/>
            <ac:picMk id="23" creationId="{03E94299-4ADC-948E-6C03-617B63C6D290}"/>
          </ac:picMkLst>
        </pc:picChg>
        <pc:picChg chg="add del mod">
          <ac:chgData name="Natalie LePera" userId="cd153304780abd6f" providerId="LiveId" clId="{1761A5B6-3C17-432E-86D5-75D450B28F4F}" dt="2025-12-09T20:53:38.500" v="16171" actId="478"/>
          <ac:picMkLst>
            <pc:docMk/>
            <pc:sldMk cId="3226496652" sldId="268"/>
            <ac:picMk id="24" creationId="{68A6E05D-B4D4-DA5A-0BCA-3D0A033BE4BC}"/>
          </ac:picMkLst>
        </pc:picChg>
        <pc:picChg chg="add del mod">
          <ac:chgData name="Natalie LePera" userId="cd153304780abd6f" providerId="LiveId" clId="{1761A5B6-3C17-432E-86D5-75D450B28F4F}" dt="2025-12-09T20:54:18.760" v="16186" actId="478"/>
          <ac:picMkLst>
            <pc:docMk/>
            <pc:sldMk cId="3226496652" sldId="268"/>
            <ac:picMk id="25" creationId="{9D96C260-6F15-4409-1C6D-F02B1CD7BC30}"/>
          </ac:picMkLst>
        </pc:picChg>
      </pc:sldChg>
      <pc:sldChg chg="addSp delSp modSp add mod">
        <pc:chgData name="Natalie LePera" userId="cd153304780abd6f" providerId="LiveId" clId="{1761A5B6-3C17-432E-86D5-75D450B28F4F}" dt="2025-12-09T22:28:45.314" v="21203" actId="20577"/>
        <pc:sldMkLst>
          <pc:docMk/>
          <pc:sldMk cId="2494887905" sldId="269"/>
        </pc:sldMkLst>
        <pc:spChg chg="add mod">
          <ac:chgData name="Natalie LePera" userId="cd153304780abd6f" providerId="LiveId" clId="{1761A5B6-3C17-432E-86D5-75D450B28F4F}" dt="2025-12-09T20:48:51.238" v="15909" actId="1076"/>
          <ac:spMkLst>
            <pc:docMk/>
            <pc:sldMk cId="2494887905" sldId="269"/>
            <ac:spMk id="2" creationId="{3FC7D653-D076-8C93-9CF5-D9492AB641EA}"/>
          </ac:spMkLst>
        </pc:spChg>
        <pc:spChg chg="add del mod">
          <ac:chgData name="Natalie LePera" userId="cd153304780abd6f" providerId="LiveId" clId="{1761A5B6-3C17-432E-86D5-75D450B28F4F}" dt="2025-12-09T07:39:18.242" v="15062" actId="478"/>
          <ac:spMkLst>
            <pc:docMk/>
            <pc:sldMk cId="2494887905" sldId="269"/>
            <ac:spMk id="3" creationId="{EB278121-4198-ACBE-234E-86F2A09C3828}"/>
          </ac:spMkLst>
        </pc:spChg>
        <pc:spChg chg="mod">
          <ac:chgData name="Natalie LePera" userId="cd153304780abd6f" providerId="LiveId" clId="{1761A5B6-3C17-432E-86D5-75D450B28F4F}" dt="2025-12-09T22:28:45.314" v="21203" actId="20577"/>
          <ac:spMkLst>
            <pc:docMk/>
            <pc:sldMk cId="2494887905" sldId="269"/>
            <ac:spMk id="4" creationId="{C4445C1D-1E61-5D8C-09F6-2A0AD5EFBE41}"/>
          </ac:spMkLst>
        </pc:spChg>
        <pc:spChg chg="mod">
          <ac:chgData name="Natalie LePera" userId="cd153304780abd6f" providerId="LiveId" clId="{1761A5B6-3C17-432E-86D5-75D450B28F4F}" dt="2025-12-09T20:57:53.118" v="16244" actId="1038"/>
          <ac:spMkLst>
            <pc:docMk/>
            <pc:sldMk cId="2494887905" sldId="269"/>
            <ac:spMk id="5" creationId="{4EA1E79B-6DC4-8F42-F834-DF8409CB3737}"/>
          </ac:spMkLst>
        </pc:spChg>
        <pc:spChg chg="add mod">
          <ac:chgData name="Natalie LePera" userId="cd153304780abd6f" providerId="LiveId" clId="{1761A5B6-3C17-432E-86D5-75D450B28F4F}" dt="2025-12-09T20:47:53.095" v="15903" actId="1076"/>
          <ac:spMkLst>
            <pc:docMk/>
            <pc:sldMk cId="2494887905" sldId="269"/>
            <ac:spMk id="6" creationId="{B910F04C-E7A3-C12B-0696-819D3D64FCB0}"/>
          </ac:spMkLst>
        </pc:spChg>
        <pc:spChg chg="del mod">
          <ac:chgData name="Natalie LePera" userId="cd153304780abd6f" providerId="LiveId" clId="{1761A5B6-3C17-432E-86D5-75D450B28F4F}" dt="2025-12-09T07:43:45.608" v="15067"/>
          <ac:spMkLst>
            <pc:docMk/>
            <pc:sldMk cId="2494887905" sldId="269"/>
            <ac:spMk id="6" creationId="{C963E093-8331-EA7E-5D61-E27296129853}"/>
          </ac:spMkLst>
        </pc:spChg>
        <pc:spChg chg="add del mod">
          <ac:chgData name="Natalie LePera" userId="cd153304780abd6f" providerId="LiveId" clId="{1761A5B6-3C17-432E-86D5-75D450B28F4F}" dt="2025-12-09T07:44:29.193" v="15080"/>
          <ac:spMkLst>
            <pc:docMk/>
            <pc:sldMk cId="2494887905" sldId="269"/>
            <ac:spMk id="7" creationId="{83C6C801-D58A-EE94-C5ED-CEE2D9857EBC}"/>
          </ac:spMkLst>
        </pc:spChg>
        <pc:spChg chg="mod">
          <ac:chgData name="Natalie LePera" userId="cd153304780abd6f" providerId="LiveId" clId="{1761A5B6-3C17-432E-86D5-75D450B28F4F}" dt="2025-12-09T08:01:53.691" v="15250" actId="1076"/>
          <ac:spMkLst>
            <pc:docMk/>
            <pc:sldMk cId="2494887905" sldId="269"/>
            <ac:spMk id="8" creationId="{12E84DDB-F4D7-3E39-4069-DEAFAE463868}"/>
          </ac:spMkLst>
        </pc:spChg>
        <pc:picChg chg="add mod ord">
          <ac:chgData name="Natalie LePera" userId="cd153304780abd6f" providerId="LiveId" clId="{1761A5B6-3C17-432E-86D5-75D450B28F4F}" dt="2025-12-09T08:17:22.400" v="15707" actId="166"/>
          <ac:picMkLst>
            <pc:docMk/>
            <pc:sldMk cId="2494887905" sldId="269"/>
            <ac:picMk id="10" creationId="{F167DDFD-A9E7-83F8-D57E-40D287581631}"/>
          </ac:picMkLst>
        </pc:picChg>
        <pc:picChg chg="mod">
          <ac:chgData name="Natalie LePera" userId="cd153304780abd6f" providerId="LiveId" clId="{1761A5B6-3C17-432E-86D5-75D450B28F4F}" dt="2025-12-09T07:44:10.752" v="15073" actId="1076"/>
          <ac:picMkLst>
            <pc:docMk/>
            <pc:sldMk cId="2494887905" sldId="269"/>
            <ac:picMk id="11" creationId="{69DE0FB7-4197-C6E8-E0A2-AEC7115A50EC}"/>
          </ac:picMkLst>
        </pc:picChg>
        <pc:picChg chg="del">
          <ac:chgData name="Natalie LePera" userId="cd153304780abd6f" providerId="LiveId" clId="{1761A5B6-3C17-432E-86D5-75D450B28F4F}" dt="2025-12-09T07:44:28.209" v="15079" actId="21"/>
          <ac:picMkLst>
            <pc:docMk/>
            <pc:sldMk cId="2494887905" sldId="269"/>
            <ac:picMk id="14" creationId="{40E01FE2-5794-E3A1-8930-79D313B74BE8}"/>
          </ac:picMkLst>
        </pc:picChg>
        <pc:picChg chg="add mod ord">
          <ac:chgData name="Natalie LePera" userId="cd153304780abd6f" providerId="LiveId" clId="{1761A5B6-3C17-432E-86D5-75D450B28F4F}" dt="2025-12-09T08:17:19.708" v="15706" actId="166"/>
          <ac:picMkLst>
            <pc:docMk/>
            <pc:sldMk cId="2494887905" sldId="269"/>
            <ac:picMk id="15" creationId="{40E01FE2-5794-E3A1-8930-79D313B74BE8}"/>
          </ac:picMkLst>
        </pc:picChg>
        <pc:picChg chg="add del mod">
          <ac:chgData name="Natalie LePera" userId="cd153304780abd6f" providerId="LiveId" clId="{1761A5B6-3C17-432E-86D5-75D450B28F4F}" dt="2025-12-09T08:16:31.465" v="15693" actId="21"/>
          <ac:picMkLst>
            <pc:docMk/>
            <pc:sldMk cId="2494887905" sldId="269"/>
            <ac:picMk id="16" creationId="{68A6E05D-B4D4-DA5A-0BCA-3D0A033BE4BC}"/>
          </ac:picMkLst>
        </pc:picChg>
        <pc:picChg chg="add del mod ord">
          <ac:chgData name="Natalie LePera" userId="cd153304780abd6f" providerId="LiveId" clId="{1761A5B6-3C17-432E-86D5-75D450B28F4F}" dt="2025-12-09T08:16:46.587" v="15700" actId="21"/>
          <ac:picMkLst>
            <pc:docMk/>
            <pc:sldMk cId="2494887905" sldId="269"/>
            <ac:picMk id="17" creationId="{9D96C260-6F15-4409-1C6D-F02B1CD7BC30}"/>
          </ac:picMkLst>
        </pc:picChg>
        <pc:picChg chg="add mod">
          <ac:chgData name="Natalie LePera" userId="cd153304780abd6f" providerId="LiveId" clId="{1761A5B6-3C17-432E-86D5-75D450B28F4F}" dt="2025-12-09T08:16:29.453" v="15692" actId="1076"/>
          <ac:picMkLst>
            <pc:docMk/>
            <pc:sldMk cId="2494887905" sldId="269"/>
            <ac:picMk id="23" creationId="{C4BCC3E9-C925-F5AE-997A-85AE5E36358C}"/>
          </ac:picMkLst>
        </pc:picChg>
        <pc:picChg chg="add mod">
          <ac:chgData name="Natalie LePera" userId="cd153304780abd6f" providerId="LiveId" clId="{1761A5B6-3C17-432E-86D5-75D450B28F4F}" dt="2025-12-09T08:17:16.672" v="15705" actId="1076"/>
          <ac:picMkLst>
            <pc:docMk/>
            <pc:sldMk cId="2494887905" sldId="269"/>
            <ac:picMk id="24" creationId="{03E94299-4ADC-948E-6C03-617B63C6D290}"/>
          </ac:picMkLst>
        </pc:picChg>
        <pc:cxnChg chg="add del">
          <ac:chgData name="Natalie LePera" userId="cd153304780abd6f" providerId="LiveId" clId="{1761A5B6-3C17-432E-86D5-75D450B28F4F}" dt="2025-12-09T08:00:54.630" v="15201" actId="11529"/>
          <ac:cxnSpMkLst>
            <pc:docMk/>
            <pc:sldMk cId="2494887905" sldId="269"/>
            <ac:cxnSpMk id="19" creationId="{693089A5-8CA7-2662-F5BD-DFFF269178D9}"/>
          </ac:cxnSpMkLst>
        </pc:cxnChg>
        <pc:cxnChg chg="add mod">
          <ac:chgData name="Natalie LePera" userId="cd153304780abd6f" providerId="LiveId" clId="{1761A5B6-3C17-432E-86D5-75D450B28F4F}" dt="2025-12-09T08:01:25.660" v="15243" actId="14861"/>
          <ac:cxnSpMkLst>
            <pc:docMk/>
            <pc:sldMk cId="2494887905" sldId="269"/>
            <ac:cxnSpMk id="21" creationId="{2DB6748D-9A0F-573E-E2A9-B42999EE7A43}"/>
          </ac:cxnSpMkLst>
        </pc:cxnChg>
      </pc:sldChg>
      <pc:sldChg chg="addSp delSp modSp add mod">
        <pc:chgData name="Natalie LePera" userId="cd153304780abd6f" providerId="LiveId" clId="{1761A5B6-3C17-432E-86D5-75D450B28F4F}" dt="2025-12-09T23:18:00.561" v="21936" actId="1036"/>
        <pc:sldMkLst>
          <pc:docMk/>
          <pc:sldMk cId="3768574850" sldId="270"/>
        </pc:sldMkLst>
        <pc:spChg chg="mod">
          <ac:chgData name="Natalie LePera" userId="cd153304780abd6f" providerId="LiveId" clId="{1761A5B6-3C17-432E-86D5-75D450B28F4F}" dt="2025-12-09T21:11:03.712" v="16275" actId="20577"/>
          <ac:spMkLst>
            <pc:docMk/>
            <pc:sldMk cId="3768574850" sldId="270"/>
            <ac:spMk id="2" creationId="{A928249A-1E7A-897A-6B5C-84D85E88EC8F}"/>
          </ac:spMkLst>
        </pc:spChg>
        <pc:spChg chg="mod">
          <ac:chgData name="Natalie LePera" userId="cd153304780abd6f" providerId="LiveId" clId="{1761A5B6-3C17-432E-86D5-75D450B28F4F}" dt="2025-12-09T22:28:37.586" v="21191" actId="20577"/>
          <ac:spMkLst>
            <pc:docMk/>
            <pc:sldMk cId="3768574850" sldId="270"/>
            <ac:spMk id="4" creationId="{72FB0F3C-A301-470D-EAD4-E73872369EAE}"/>
          </ac:spMkLst>
        </pc:spChg>
        <pc:spChg chg="mod">
          <ac:chgData name="Natalie LePera" userId="cd153304780abd6f" providerId="LiveId" clId="{1761A5B6-3C17-432E-86D5-75D450B28F4F}" dt="2025-12-09T23:16:21.225" v="21905"/>
          <ac:spMkLst>
            <pc:docMk/>
            <pc:sldMk cId="3768574850" sldId="270"/>
            <ac:spMk id="6" creationId="{43FB1624-75C9-EEFC-FA99-EC151FCA9EDF}"/>
          </ac:spMkLst>
        </pc:spChg>
        <pc:spChg chg="add del mod">
          <ac:chgData name="Natalie LePera" userId="cd153304780abd6f" providerId="LiveId" clId="{1761A5B6-3C17-432E-86D5-75D450B28F4F}" dt="2025-12-09T21:10:08.075" v="16269" actId="478"/>
          <ac:spMkLst>
            <pc:docMk/>
            <pc:sldMk cId="3768574850" sldId="270"/>
            <ac:spMk id="13" creationId="{82EB26E4-76CE-AC53-1931-644F10E5E088}"/>
          </ac:spMkLst>
        </pc:spChg>
        <pc:spChg chg="add del mod">
          <ac:chgData name="Natalie LePera" userId="cd153304780abd6f" providerId="LiveId" clId="{1761A5B6-3C17-432E-86D5-75D450B28F4F}" dt="2025-12-09T21:12:15.408" v="16281" actId="478"/>
          <ac:spMkLst>
            <pc:docMk/>
            <pc:sldMk cId="3768574850" sldId="270"/>
            <ac:spMk id="17" creationId="{77B79588-CE09-A046-BBC3-3CA7EF512549}"/>
          </ac:spMkLst>
        </pc:spChg>
        <pc:picChg chg="add del mod">
          <ac:chgData name="Natalie LePera" userId="cd153304780abd6f" providerId="LiveId" clId="{1761A5B6-3C17-432E-86D5-75D450B28F4F}" dt="2025-12-09T23:15:58.275" v="21900" actId="478"/>
          <ac:picMkLst>
            <pc:docMk/>
            <pc:sldMk cId="3768574850" sldId="270"/>
            <ac:picMk id="7" creationId="{8E4B3515-152B-98D2-184A-B4A7EECB8F9C}"/>
          </ac:picMkLst>
        </pc:picChg>
        <pc:picChg chg="del">
          <ac:chgData name="Natalie LePera" userId="cd153304780abd6f" providerId="LiveId" clId="{1761A5B6-3C17-432E-86D5-75D450B28F4F}" dt="2025-12-09T21:10:03.740" v="16267" actId="478"/>
          <ac:picMkLst>
            <pc:docMk/>
            <pc:sldMk cId="3768574850" sldId="270"/>
            <ac:picMk id="10" creationId="{2E321969-6519-1C77-4272-D3CAA07819D1}"/>
          </ac:picMkLst>
        </pc:picChg>
        <pc:picChg chg="add del mod">
          <ac:chgData name="Natalie LePera" userId="cd153304780abd6f" providerId="LiveId" clId="{1761A5B6-3C17-432E-86D5-75D450B28F4F}" dt="2025-12-09T23:14:30.250" v="21890" actId="478"/>
          <ac:picMkLst>
            <pc:docMk/>
            <pc:sldMk cId="3768574850" sldId="270"/>
            <ac:picMk id="11" creationId="{A9B3CCEC-4A3B-E297-75D5-E744E557EF94}"/>
          </ac:picMkLst>
        </pc:picChg>
        <pc:picChg chg="del mod">
          <ac:chgData name="Natalie LePera" userId="cd153304780abd6f" providerId="LiveId" clId="{1761A5B6-3C17-432E-86D5-75D450B28F4F}" dt="2025-12-09T23:16:40.464" v="21910" actId="478"/>
          <ac:picMkLst>
            <pc:docMk/>
            <pc:sldMk cId="3768574850" sldId="270"/>
            <ac:picMk id="14" creationId="{925E336F-F059-382F-C46D-6498F442DC0E}"/>
          </ac:picMkLst>
        </pc:picChg>
        <pc:picChg chg="del">
          <ac:chgData name="Natalie LePera" userId="cd153304780abd6f" providerId="LiveId" clId="{1761A5B6-3C17-432E-86D5-75D450B28F4F}" dt="2025-12-09T21:12:13.554" v="16280" actId="478"/>
          <ac:picMkLst>
            <pc:docMk/>
            <pc:sldMk cId="3768574850" sldId="270"/>
            <ac:picMk id="15" creationId="{00097D8B-07B6-FB79-2764-FD758A09D0C6}"/>
          </ac:picMkLst>
        </pc:picChg>
        <pc:picChg chg="mod">
          <ac:chgData name="Natalie LePera" userId="cd153304780abd6f" providerId="LiveId" clId="{1761A5B6-3C17-432E-86D5-75D450B28F4F}" dt="2025-12-09T23:17:43.695" v="21930" actId="1076"/>
          <ac:picMkLst>
            <pc:docMk/>
            <pc:sldMk cId="3768574850" sldId="270"/>
            <ac:picMk id="18" creationId="{BBAAE251-0EC5-2E99-5D8C-D18A1801D712}"/>
          </ac:picMkLst>
        </pc:picChg>
        <pc:picChg chg="add mod">
          <ac:chgData name="Natalie LePera" userId="cd153304780abd6f" providerId="LiveId" clId="{1761A5B6-3C17-432E-86D5-75D450B28F4F}" dt="2025-12-09T23:17:49.542" v="21931" actId="1076"/>
          <ac:picMkLst>
            <pc:docMk/>
            <pc:sldMk cId="3768574850" sldId="270"/>
            <ac:picMk id="20" creationId="{6325DA36-C292-E1AC-3622-41D22B0FA138}"/>
          </ac:picMkLst>
        </pc:picChg>
        <pc:picChg chg="mod">
          <ac:chgData name="Natalie LePera" userId="cd153304780abd6f" providerId="LiveId" clId="{1761A5B6-3C17-432E-86D5-75D450B28F4F}" dt="2025-12-09T23:17:13.729" v="21922" actId="1076"/>
          <ac:picMkLst>
            <pc:docMk/>
            <pc:sldMk cId="3768574850" sldId="270"/>
            <ac:picMk id="22" creationId="{5F8173DA-6478-D848-27A1-015832F8D955}"/>
          </ac:picMkLst>
        </pc:picChg>
        <pc:picChg chg="del">
          <ac:chgData name="Natalie LePera" userId="cd153304780abd6f" providerId="LiveId" clId="{1761A5B6-3C17-432E-86D5-75D450B28F4F}" dt="2025-12-09T21:09:18.471" v="16251" actId="478"/>
          <ac:picMkLst>
            <pc:docMk/>
            <pc:sldMk cId="3768574850" sldId="270"/>
            <ac:picMk id="23" creationId="{4C877E8E-A88C-C18A-9E4C-92B0DE3642AC}"/>
          </ac:picMkLst>
        </pc:picChg>
        <pc:picChg chg="del">
          <ac:chgData name="Natalie LePera" userId="cd153304780abd6f" providerId="LiveId" clId="{1761A5B6-3C17-432E-86D5-75D450B28F4F}" dt="2025-12-09T23:16:08.802" v="21904" actId="478"/>
          <ac:picMkLst>
            <pc:docMk/>
            <pc:sldMk cId="3768574850" sldId="270"/>
            <ac:picMk id="24" creationId="{81419A9F-AD88-C1B6-846C-B076264C1973}"/>
          </ac:picMkLst>
        </pc:picChg>
        <pc:picChg chg="add mod">
          <ac:chgData name="Natalie LePera" userId="cd153304780abd6f" providerId="LiveId" clId="{1761A5B6-3C17-432E-86D5-75D450B28F4F}" dt="2025-12-09T23:18:00.561" v="21936" actId="1036"/>
          <ac:picMkLst>
            <pc:docMk/>
            <pc:sldMk cId="3768574850" sldId="270"/>
            <ac:picMk id="26" creationId="{46245F89-0138-FA4D-D961-5B3CCCADD7EC}"/>
          </ac:picMkLst>
        </pc:picChg>
      </pc:sldChg>
      <pc:sldChg chg="addSp delSp modSp add del mod ord">
        <pc:chgData name="Natalie LePera" userId="cd153304780abd6f" providerId="LiveId" clId="{1761A5B6-3C17-432E-86D5-75D450B28F4F}" dt="2025-12-09T22:43:17.129" v="21460" actId="2696"/>
        <pc:sldMkLst>
          <pc:docMk/>
          <pc:sldMk cId="3618050833" sldId="271"/>
        </pc:sldMkLst>
        <pc:spChg chg="mod">
          <ac:chgData name="Natalie LePera" userId="cd153304780abd6f" providerId="LiveId" clId="{1761A5B6-3C17-432E-86D5-75D450B28F4F}" dt="2025-12-09T22:09:47.598" v="19676" actId="20577"/>
          <ac:spMkLst>
            <pc:docMk/>
            <pc:sldMk cId="3618050833" sldId="271"/>
            <ac:spMk id="4" creationId="{225474D1-4320-4C3A-B218-20D76DE24CE7}"/>
          </ac:spMkLst>
        </pc:spChg>
        <pc:spChg chg="mod">
          <ac:chgData name="Natalie LePera" userId="cd153304780abd6f" providerId="LiveId" clId="{1761A5B6-3C17-432E-86D5-75D450B28F4F}" dt="2025-12-09T21:57:54.082" v="19660" actId="113"/>
          <ac:spMkLst>
            <pc:docMk/>
            <pc:sldMk cId="3618050833" sldId="271"/>
            <ac:spMk id="6" creationId="{4892007E-4B20-B44A-3D15-9C96E6722668}"/>
          </ac:spMkLst>
        </pc:spChg>
        <pc:spChg chg="mod">
          <ac:chgData name="Natalie LePera" userId="cd153304780abd6f" providerId="LiveId" clId="{1761A5B6-3C17-432E-86D5-75D450B28F4F}" dt="2025-12-09T21:54:31.904" v="19653" actId="27636"/>
          <ac:spMkLst>
            <pc:docMk/>
            <pc:sldMk cId="3618050833" sldId="271"/>
            <ac:spMk id="7" creationId="{32756133-EB97-93A9-7A8F-16051D35E0C7}"/>
          </ac:spMkLst>
        </pc:spChg>
        <pc:picChg chg="del">
          <ac:chgData name="Natalie LePera" userId="cd153304780abd6f" providerId="LiveId" clId="{1761A5B6-3C17-432E-86D5-75D450B28F4F}" dt="2025-12-09T21:31:33.785" v="16615" actId="478"/>
          <ac:picMkLst>
            <pc:docMk/>
            <pc:sldMk cId="3618050833" sldId="271"/>
            <ac:picMk id="3" creationId="{9729F90B-67CC-4C55-9AF2-1BB4A4E37C0B}"/>
          </ac:picMkLst>
        </pc:picChg>
        <pc:picChg chg="add mod">
          <ac:chgData name="Natalie LePera" userId="cd153304780abd6f" providerId="LiveId" clId="{1761A5B6-3C17-432E-86D5-75D450B28F4F}" dt="2025-12-09T22:09:34.420" v="19664" actId="1076"/>
          <ac:picMkLst>
            <pc:docMk/>
            <pc:sldMk cId="3618050833" sldId="271"/>
            <ac:picMk id="5" creationId="{314861BC-5B96-3253-56C4-C56DB95434C4}"/>
          </ac:picMkLst>
        </pc:picChg>
      </pc:sldChg>
      <pc:sldChg chg="addSp delSp modSp add mod">
        <pc:chgData name="Natalie LePera" userId="cd153304780abd6f" providerId="LiveId" clId="{1761A5B6-3C17-432E-86D5-75D450B28F4F}" dt="2025-12-09T23:02:09.381" v="21535" actId="14861"/>
        <pc:sldMkLst>
          <pc:docMk/>
          <pc:sldMk cId="4230912645" sldId="272"/>
        </pc:sldMkLst>
        <pc:spChg chg="add del mod">
          <ac:chgData name="Natalie LePera" userId="cd153304780abd6f" providerId="LiveId" clId="{1761A5B6-3C17-432E-86D5-75D450B28F4F}" dt="2025-12-09T22:10:19.917" v="19682" actId="478"/>
          <ac:spMkLst>
            <pc:docMk/>
            <pc:sldMk cId="4230912645" sldId="272"/>
            <ac:spMk id="3" creationId="{7C87CBE9-D546-BA62-00D7-89465CD9C561}"/>
          </ac:spMkLst>
        </pc:spChg>
        <pc:spChg chg="mod">
          <ac:chgData name="Natalie LePera" userId="cd153304780abd6f" providerId="LiveId" clId="{1761A5B6-3C17-432E-86D5-75D450B28F4F}" dt="2025-12-09T22:28:20.532" v="21179" actId="20577"/>
          <ac:spMkLst>
            <pc:docMk/>
            <pc:sldMk cId="4230912645" sldId="272"/>
            <ac:spMk id="4" creationId="{C0E11D9B-C813-71C3-9406-DDB2E9376026}"/>
          </ac:spMkLst>
        </pc:spChg>
        <pc:spChg chg="mod">
          <ac:chgData name="Natalie LePera" userId="cd153304780abd6f" providerId="LiveId" clId="{1761A5B6-3C17-432E-86D5-75D450B28F4F}" dt="2025-12-09T22:38:41.646" v="21396" actId="947"/>
          <ac:spMkLst>
            <pc:docMk/>
            <pc:sldMk cId="4230912645" sldId="272"/>
            <ac:spMk id="6" creationId="{75F8BDBD-3A56-E16A-27CA-3162EEBF7CB6}"/>
          </ac:spMkLst>
        </pc:spChg>
        <pc:spChg chg="del">
          <ac:chgData name="Natalie LePera" userId="cd153304780abd6f" providerId="LiveId" clId="{1761A5B6-3C17-432E-86D5-75D450B28F4F}" dt="2025-12-09T22:10:11.262" v="19679" actId="478"/>
          <ac:spMkLst>
            <pc:docMk/>
            <pc:sldMk cId="4230912645" sldId="272"/>
            <ac:spMk id="7" creationId="{99F67145-9A68-0B92-8006-1C96AACF55DA}"/>
          </ac:spMkLst>
        </pc:spChg>
        <pc:spChg chg="add mod">
          <ac:chgData name="Natalie LePera" userId="cd153304780abd6f" providerId="LiveId" clId="{1761A5B6-3C17-432E-86D5-75D450B28F4F}" dt="2025-12-09T22:40:33.204" v="21430"/>
          <ac:spMkLst>
            <pc:docMk/>
            <pc:sldMk cId="4230912645" sldId="272"/>
            <ac:spMk id="10" creationId="{A5AFE30C-ECEC-1666-7756-2C2DF07EDAE8}"/>
          </ac:spMkLst>
        </pc:spChg>
        <pc:graphicFrameChg chg="add mod">
          <ac:chgData name="Natalie LePera" userId="cd153304780abd6f" providerId="LiveId" clId="{1761A5B6-3C17-432E-86D5-75D450B28F4F}" dt="2025-12-09T22:39:57.615" v="21422"/>
          <ac:graphicFrameMkLst>
            <pc:docMk/>
            <pc:sldMk cId="4230912645" sldId="272"/>
            <ac:graphicFrameMk id="11" creationId="{338211BF-A366-74B2-EEF7-38C48A4DFFB8}"/>
          </ac:graphicFrameMkLst>
        </pc:graphicFrameChg>
        <pc:graphicFrameChg chg="add mod">
          <ac:chgData name="Natalie LePera" userId="cd153304780abd6f" providerId="LiveId" clId="{1761A5B6-3C17-432E-86D5-75D450B28F4F}" dt="2025-12-09T22:40:01.100" v="21423"/>
          <ac:graphicFrameMkLst>
            <pc:docMk/>
            <pc:sldMk cId="4230912645" sldId="272"/>
            <ac:graphicFrameMk id="12" creationId="{5F7026C7-B4A2-0C1D-A37D-8945B59B8D54}"/>
          </ac:graphicFrameMkLst>
        </pc:graphicFrameChg>
        <pc:graphicFrameChg chg="add mod">
          <ac:chgData name="Natalie LePera" userId="cd153304780abd6f" providerId="LiveId" clId="{1761A5B6-3C17-432E-86D5-75D450B28F4F}" dt="2025-12-09T22:40:05.279" v="21424"/>
          <ac:graphicFrameMkLst>
            <pc:docMk/>
            <pc:sldMk cId="4230912645" sldId="272"/>
            <ac:graphicFrameMk id="13" creationId="{EB282788-73D3-FE97-F720-75DDF8DF5675}"/>
          </ac:graphicFrameMkLst>
        </pc:graphicFrameChg>
        <pc:picChg chg="add del mod">
          <ac:chgData name="Natalie LePera" userId="cd153304780abd6f" providerId="LiveId" clId="{1761A5B6-3C17-432E-86D5-75D450B28F4F}" dt="2025-12-09T23:02:09.381" v="21535" actId="14861"/>
          <ac:picMkLst>
            <pc:docMk/>
            <pc:sldMk cId="4230912645" sldId="272"/>
            <ac:picMk id="5" creationId="{B21F5E62-5BD6-0F53-C4ED-EE3784FDEC71}"/>
          </ac:picMkLst>
        </pc:picChg>
        <pc:picChg chg="add mod">
          <ac:chgData name="Natalie LePera" userId="cd153304780abd6f" providerId="LiveId" clId="{1761A5B6-3C17-432E-86D5-75D450B28F4F}" dt="2025-12-09T23:02:09.381" v="21535" actId="14861"/>
          <ac:picMkLst>
            <pc:docMk/>
            <pc:sldMk cId="4230912645" sldId="272"/>
            <ac:picMk id="9" creationId="{483D9B61-2A44-80BE-71B4-1DC9A03487BF}"/>
          </ac:picMkLst>
        </pc:picChg>
        <pc:picChg chg="del">
          <ac:chgData name="Natalie LePera" userId="cd153304780abd6f" providerId="LiveId" clId="{1761A5B6-3C17-432E-86D5-75D450B28F4F}" dt="2025-12-09T22:10:08.093" v="19678" actId="478"/>
          <ac:picMkLst>
            <pc:docMk/>
            <pc:sldMk cId="4230912645" sldId="272"/>
            <ac:picMk id="14" creationId="{4708A378-B033-DCB6-40FA-18C92777A46B}"/>
          </ac:picMkLst>
        </pc:picChg>
      </pc:sldChg>
      <pc:sldChg chg="addSp delSp modSp new mod">
        <pc:chgData name="Natalie LePera" userId="cd153304780abd6f" providerId="LiveId" clId="{1761A5B6-3C17-432E-86D5-75D450B28F4F}" dt="2025-12-09T23:50:44.774" v="23353" actId="13926"/>
        <pc:sldMkLst>
          <pc:docMk/>
          <pc:sldMk cId="3866666056" sldId="273"/>
        </pc:sldMkLst>
        <pc:spChg chg="del">
          <ac:chgData name="Natalie LePera" userId="cd153304780abd6f" providerId="LiveId" clId="{1761A5B6-3C17-432E-86D5-75D450B28F4F}" dt="2025-12-09T22:12:48.608" v="19691" actId="478"/>
          <ac:spMkLst>
            <pc:docMk/>
            <pc:sldMk cId="3866666056" sldId="273"/>
            <ac:spMk id="2" creationId="{0211A0CF-5D8A-A2AE-2B64-ABAB69AB0265}"/>
          </ac:spMkLst>
        </pc:spChg>
        <pc:spChg chg="del">
          <ac:chgData name="Natalie LePera" userId="cd153304780abd6f" providerId="LiveId" clId="{1761A5B6-3C17-432E-86D5-75D450B28F4F}" dt="2025-12-09T22:12:48.608" v="19691" actId="478"/>
          <ac:spMkLst>
            <pc:docMk/>
            <pc:sldMk cId="3866666056" sldId="273"/>
            <ac:spMk id="3" creationId="{997CF3EF-98F3-55DC-1B17-B96DD667414E}"/>
          </ac:spMkLst>
        </pc:spChg>
        <pc:spChg chg="del">
          <ac:chgData name="Natalie LePera" userId="cd153304780abd6f" providerId="LiveId" clId="{1761A5B6-3C17-432E-86D5-75D450B28F4F}" dt="2025-12-09T22:12:48.608" v="19691" actId="478"/>
          <ac:spMkLst>
            <pc:docMk/>
            <pc:sldMk cId="3866666056" sldId="273"/>
            <ac:spMk id="4" creationId="{C5DC5265-C960-06A0-9E91-1AAAA0117E1E}"/>
          </ac:spMkLst>
        </pc:spChg>
        <pc:spChg chg="del">
          <ac:chgData name="Natalie LePera" userId="cd153304780abd6f" providerId="LiveId" clId="{1761A5B6-3C17-432E-86D5-75D450B28F4F}" dt="2025-12-09T22:12:48.608" v="19691" actId="478"/>
          <ac:spMkLst>
            <pc:docMk/>
            <pc:sldMk cId="3866666056" sldId="273"/>
            <ac:spMk id="5" creationId="{941E61E4-02A9-7B4E-D482-99A65029B460}"/>
          </ac:spMkLst>
        </pc:spChg>
        <pc:spChg chg="mod">
          <ac:chgData name="Natalie LePera" userId="cd153304780abd6f" providerId="LiveId" clId="{1761A5B6-3C17-432E-86D5-75D450B28F4F}" dt="2025-12-09T23:37:07.780" v="23147" actId="1076"/>
          <ac:spMkLst>
            <pc:docMk/>
            <pc:sldMk cId="3866666056" sldId="273"/>
            <ac:spMk id="6" creationId="{DA784912-E0C0-ADC2-006A-73BDBE80DFF3}"/>
          </ac:spMkLst>
        </pc:spChg>
        <pc:spChg chg="add mod">
          <ac:chgData name="Natalie LePera" userId="cd153304780abd6f" providerId="LiveId" clId="{1761A5B6-3C17-432E-86D5-75D450B28F4F}" dt="2025-12-09T23:42:21.722" v="23245" actId="20577"/>
          <ac:spMkLst>
            <pc:docMk/>
            <pc:sldMk cId="3866666056" sldId="273"/>
            <ac:spMk id="8" creationId="{5464DAD5-F2D4-652B-4005-A46546FC0338}"/>
          </ac:spMkLst>
        </pc:spChg>
        <pc:graphicFrameChg chg="add mod modGraphic">
          <ac:chgData name="Natalie LePera" userId="cd153304780abd6f" providerId="LiveId" clId="{1761A5B6-3C17-432E-86D5-75D450B28F4F}" dt="2025-12-09T23:50:44.774" v="23353" actId="13926"/>
          <ac:graphicFrameMkLst>
            <pc:docMk/>
            <pc:sldMk cId="3866666056" sldId="273"/>
            <ac:graphicFrameMk id="7" creationId="{43CDCDE1-D9DE-7F63-63F9-B993C0C6F63C}"/>
          </ac:graphicFrameMkLst>
        </pc:graphicFrameChg>
      </pc:sldChg>
      <pc:sldChg chg="addSp delSp modSp add del mod">
        <pc:chgData name="Natalie LePera" userId="cd153304780abd6f" providerId="LiveId" clId="{1761A5B6-3C17-432E-86D5-75D450B28F4F}" dt="2025-12-09T23:14:00.481" v="21886" actId="27636"/>
        <pc:sldMkLst>
          <pc:docMk/>
          <pc:sldMk cId="3077398929" sldId="274"/>
        </pc:sldMkLst>
        <pc:spChg chg="mod">
          <ac:chgData name="Natalie LePera" userId="cd153304780abd6f" providerId="LiveId" clId="{1761A5B6-3C17-432E-86D5-75D450B28F4F}" dt="2025-12-09T23:09:24.710" v="21778" actId="20577"/>
          <ac:spMkLst>
            <pc:docMk/>
            <pc:sldMk cId="3077398929" sldId="274"/>
            <ac:spMk id="4" creationId="{9C55108E-CE7D-C1F4-8AC7-12B108E2EB9E}"/>
          </ac:spMkLst>
        </pc:spChg>
        <pc:spChg chg="mod">
          <ac:chgData name="Natalie LePera" userId="cd153304780abd6f" providerId="LiveId" clId="{1761A5B6-3C17-432E-86D5-75D450B28F4F}" dt="2025-12-09T23:14:00.481" v="21886" actId="27636"/>
          <ac:spMkLst>
            <pc:docMk/>
            <pc:sldMk cId="3077398929" sldId="274"/>
            <ac:spMk id="6" creationId="{DA23C091-9FF2-EAE5-31F4-52FF10A4FF62}"/>
          </ac:spMkLst>
        </pc:spChg>
        <pc:spChg chg="del mod">
          <ac:chgData name="Natalie LePera" userId="cd153304780abd6f" providerId="LiveId" clId="{1761A5B6-3C17-432E-86D5-75D450B28F4F}" dt="2025-12-09T23:08:11.353" v="21760" actId="478"/>
          <ac:spMkLst>
            <pc:docMk/>
            <pc:sldMk cId="3077398929" sldId="274"/>
            <ac:spMk id="10" creationId="{0FF57A22-7711-FA52-EE0D-3A04CB263EF7}"/>
          </ac:spMkLst>
        </pc:spChg>
        <pc:spChg chg="add mod">
          <ac:chgData name="Natalie LePera" userId="cd153304780abd6f" providerId="LiveId" clId="{1761A5B6-3C17-432E-86D5-75D450B28F4F}" dt="2025-12-09T23:13:53.046" v="21883" actId="14100"/>
          <ac:spMkLst>
            <pc:docMk/>
            <pc:sldMk cId="3077398929" sldId="274"/>
            <ac:spMk id="11" creationId="{91020921-8718-00F4-8EB3-E63E13AE40AC}"/>
          </ac:spMkLst>
        </pc:spChg>
        <pc:picChg chg="add mod">
          <ac:chgData name="Natalie LePera" userId="cd153304780abd6f" providerId="LiveId" clId="{1761A5B6-3C17-432E-86D5-75D450B28F4F}" dt="2025-12-09T23:13:45.630" v="21880" actId="14100"/>
          <ac:picMkLst>
            <pc:docMk/>
            <pc:sldMk cId="3077398929" sldId="274"/>
            <ac:picMk id="3" creationId="{4873F896-908F-E573-0B99-43D3ED99FBB9}"/>
          </ac:picMkLst>
        </pc:picChg>
        <pc:picChg chg="del">
          <ac:chgData name="Natalie LePera" userId="cd153304780abd6f" providerId="LiveId" clId="{1761A5B6-3C17-432E-86D5-75D450B28F4F}" dt="2025-12-09T23:01:43.753" v="21523" actId="478"/>
          <ac:picMkLst>
            <pc:docMk/>
            <pc:sldMk cId="3077398929" sldId="274"/>
            <ac:picMk id="5" creationId="{BE872EB4-6FA4-29F7-F5DC-545D75EB05E2}"/>
          </ac:picMkLst>
        </pc:picChg>
        <pc:picChg chg="add mod">
          <ac:chgData name="Natalie LePera" userId="cd153304780abd6f" providerId="LiveId" clId="{1761A5B6-3C17-432E-86D5-75D450B28F4F}" dt="2025-12-09T23:13:42.806" v="21879" actId="14100"/>
          <ac:picMkLst>
            <pc:docMk/>
            <pc:sldMk cId="3077398929" sldId="274"/>
            <ac:picMk id="8" creationId="{3FBAC2A9-CE42-6C1A-AE2A-A0D16D9EFC1F}"/>
          </ac:picMkLst>
        </pc:picChg>
        <pc:picChg chg="del mod">
          <ac:chgData name="Natalie LePera" userId="cd153304780abd6f" providerId="LiveId" clId="{1761A5B6-3C17-432E-86D5-75D450B28F4F}" dt="2025-12-09T23:03:38.647" v="21628" actId="478"/>
          <ac:picMkLst>
            <pc:docMk/>
            <pc:sldMk cId="3077398929" sldId="274"/>
            <ac:picMk id="9" creationId="{D6E0889D-DE72-0CE4-FBAD-FD347D775EEF}"/>
          </ac:picMkLst>
        </pc:picChg>
      </pc:sldChg>
      <pc:sldChg chg="addSp modSp add mod replId">
        <pc:chgData name="Natalie LePera" userId="cd153304780abd6f" providerId="LiveId" clId="{1761A5B6-3C17-432E-86D5-75D450B28F4F}" dt="2025-12-10T01:38:42.138" v="24599" actId="20577"/>
        <pc:sldMkLst>
          <pc:docMk/>
          <pc:sldMk cId="3559878465" sldId="275"/>
        </pc:sldMkLst>
        <pc:spChg chg="add mod">
          <ac:chgData name="Natalie LePera" userId="cd153304780abd6f" providerId="LiveId" clId="{1761A5B6-3C17-432E-86D5-75D450B28F4F}" dt="2025-12-09T23:42:25.178" v="23246" actId="20577"/>
          <ac:spMkLst>
            <pc:docMk/>
            <pc:sldMk cId="3559878465" sldId="275"/>
            <ac:spMk id="2" creationId="{6325CC32-9C7C-9CFB-8C34-F52EE6634AF9}"/>
          </ac:spMkLst>
        </pc:spChg>
        <pc:spChg chg="mod">
          <ac:chgData name="Natalie LePera" userId="cd153304780abd6f" providerId="LiveId" clId="{1761A5B6-3C17-432E-86D5-75D450B28F4F}" dt="2025-12-09T23:36:36.214" v="23080" actId="1076"/>
          <ac:spMkLst>
            <pc:docMk/>
            <pc:sldMk cId="3559878465" sldId="275"/>
            <ac:spMk id="6" creationId="{5E3C395E-235B-91F9-CCAE-984CC221040F}"/>
          </ac:spMkLst>
        </pc:spChg>
        <pc:graphicFrameChg chg="mod modGraphic">
          <ac:chgData name="Natalie LePera" userId="cd153304780abd6f" providerId="LiveId" clId="{1761A5B6-3C17-432E-86D5-75D450B28F4F}" dt="2025-12-10T01:38:42.138" v="24599" actId="20577"/>
          <ac:graphicFrameMkLst>
            <pc:docMk/>
            <pc:sldMk cId="3559878465" sldId="275"/>
            <ac:graphicFrameMk id="7" creationId="{0107B0E7-2213-DFA0-49D8-B632EB96155D}"/>
          </ac:graphicFrameMkLst>
        </pc:graphicFrameChg>
      </pc:sldChg>
      <pc:sldChg chg="modSp add mod replId">
        <pc:chgData name="Natalie LePera" userId="cd153304780abd6f" providerId="LiveId" clId="{1761A5B6-3C17-432E-86D5-75D450B28F4F}" dt="2025-12-09T23:51:24.862" v="23360" actId="20577"/>
        <pc:sldMkLst>
          <pc:docMk/>
          <pc:sldMk cId="2354678989" sldId="276"/>
        </pc:sldMkLst>
        <pc:spChg chg="mod">
          <ac:chgData name="Natalie LePera" userId="cd153304780abd6f" providerId="LiveId" clId="{1761A5B6-3C17-432E-86D5-75D450B28F4F}" dt="2025-12-09T23:51:24.862" v="23360" actId="20577"/>
          <ac:spMkLst>
            <pc:docMk/>
            <pc:sldMk cId="2354678989" sldId="276"/>
            <ac:spMk id="4" creationId="{942B621C-CDD8-BAAE-3EC8-506E92BE5ED8}"/>
          </ac:spMkLst>
        </pc:spChg>
      </pc:sldChg>
      <pc:sldChg chg="addSp delSp modSp new mod modClrScheme chgLayout">
        <pc:chgData name="Natalie LePera" userId="cd153304780abd6f" providerId="LiveId" clId="{1761A5B6-3C17-432E-86D5-75D450B28F4F}" dt="2025-12-10T01:24:26.648" v="24548" actId="20577"/>
        <pc:sldMkLst>
          <pc:docMk/>
          <pc:sldMk cId="2594644165" sldId="277"/>
        </pc:sldMkLst>
        <pc:spChg chg="del">
          <ac:chgData name="Natalie LePera" userId="cd153304780abd6f" providerId="LiveId" clId="{1761A5B6-3C17-432E-86D5-75D450B28F4F}" dt="2025-12-09T23:51:57.107" v="23373" actId="700"/>
          <ac:spMkLst>
            <pc:docMk/>
            <pc:sldMk cId="2594644165" sldId="277"/>
            <ac:spMk id="2" creationId="{3ED411EE-6132-4D27-9D97-317BC07566E6}"/>
          </ac:spMkLst>
        </pc:spChg>
        <pc:spChg chg="del mod ord">
          <ac:chgData name="Natalie LePera" userId="cd153304780abd6f" providerId="LiveId" clId="{1761A5B6-3C17-432E-86D5-75D450B28F4F}" dt="2025-12-09T23:51:57.107" v="23373" actId="700"/>
          <ac:spMkLst>
            <pc:docMk/>
            <pc:sldMk cId="2594644165" sldId="277"/>
            <ac:spMk id="3" creationId="{A43A906A-311D-6E91-A40B-6BF6FD446DDD}"/>
          </ac:spMkLst>
        </pc:spChg>
        <pc:spChg chg="del">
          <ac:chgData name="Natalie LePera" userId="cd153304780abd6f" providerId="LiveId" clId="{1761A5B6-3C17-432E-86D5-75D450B28F4F}" dt="2025-12-09T23:51:57.107" v="23373" actId="700"/>
          <ac:spMkLst>
            <pc:docMk/>
            <pc:sldMk cId="2594644165" sldId="277"/>
            <ac:spMk id="4" creationId="{E077E622-B4DE-2637-011B-72D31B00C423}"/>
          </ac:spMkLst>
        </pc:spChg>
        <pc:spChg chg="del">
          <ac:chgData name="Natalie LePera" userId="cd153304780abd6f" providerId="LiveId" clId="{1761A5B6-3C17-432E-86D5-75D450B28F4F}" dt="2025-12-09T23:51:57.107" v="23373" actId="700"/>
          <ac:spMkLst>
            <pc:docMk/>
            <pc:sldMk cId="2594644165" sldId="277"/>
            <ac:spMk id="5" creationId="{BE39C773-9024-C11A-3654-42179478167A}"/>
          </ac:spMkLst>
        </pc:spChg>
        <pc:spChg chg="mod ord">
          <ac:chgData name="Natalie LePera" userId="cd153304780abd6f" providerId="LiveId" clId="{1761A5B6-3C17-432E-86D5-75D450B28F4F}" dt="2025-12-09T23:52:04.426" v="23377" actId="313"/>
          <ac:spMkLst>
            <pc:docMk/>
            <pc:sldMk cId="2594644165" sldId="277"/>
            <ac:spMk id="6" creationId="{3A196534-9FD2-AA7E-5D51-57B62F695710}"/>
          </ac:spMkLst>
        </pc:spChg>
        <pc:spChg chg="add mod ord">
          <ac:chgData name="Natalie LePera" userId="cd153304780abd6f" providerId="LiveId" clId="{1761A5B6-3C17-432E-86D5-75D450B28F4F}" dt="2025-12-10T01:24:26.648" v="24548" actId="20577"/>
          <ac:spMkLst>
            <pc:docMk/>
            <pc:sldMk cId="2594644165" sldId="277"/>
            <ac:spMk id="7" creationId="{62754FD9-6BA2-CDFD-20E0-FF061CC3A1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5B462D-05B1-480C-968D-33A8A85FB507}"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9FC3C-29AF-4F74-AAB0-06B432FB7956}" type="slidenum">
              <a:rPr lang="en-US" smtClean="0"/>
              <a:t>‹#›</a:t>
            </a:fld>
            <a:endParaRPr lang="en-US"/>
          </a:p>
        </p:txBody>
      </p:sp>
    </p:spTree>
    <p:extLst>
      <p:ext uri="{BB962C8B-B14F-4D97-AF65-F5344CB8AC3E}">
        <p14:creationId xmlns:p14="http://schemas.microsoft.com/office/powerpoint/2010/main" val="2578460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59FC3C-29AF-4F74-AAB0-06B432FB7956}" type="slidenum">
              <a:rPr lang="en-US" smtClean="0"/>
              <a:t>2</a:t>
            </a:fld>
            <a:endParaRPr lang="en-US"/>
          </a:p>
        </p:txBody>
      </p:sp>
    </p:spTree>
    <p:extLst>
      <p:ext uri="{BB962C8B-B14F-4D97-AF65-F5344CB8AC3E}">
        <p14:creationId xmlns:p14="http://schemas.microsoft.com/office/powerpoint/2010/main" val="3263324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96818-A77C-8E1F-704B-C4DEC62FA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907BC-FBAA-2B2D-AEB3-03F7DE591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3A0E6-0D51-F927-1730-1BA8F2B08A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537B8A-8D57-C005-E83B-8571A9676247}"/>
              </a:ext>
            </a:extLst>
          </p:cNvPr>
          <p:cNvSpPr>
            <a:spLocks noGrp="1"/>
          </p:cNvSpPr>
          <p:nvPr>
            <p:ph type="sldNum" sz="quarter" idx="5"/>
          </p:nvPr>
        </p:nvSpPr>
        <p:spPr/>
        <p:txBody>
          <a:bodyPr/>
          <a:lstStyle/>
          <a:p>
            <a:fld id="{E059FC3C-29AF-4F74-AAB0-06B432FB7956}" type="slidenum">
              <a:rPr lang="en-US" smtClean="0"/>
              <a:t>5</a:t>
            </a:fld>
            <a:endParaRPr lang="en-US"/>
          </a:p>
        </p:txBody>
      </p:sp>
    </p:spTree>
    <p:extLst>
      <p:ext uri="{BB962C8B-B14F-4D97-AF65-F5344CB8AC3E}">
        <p14:creationId xmlns:p14="http://schemas.microsoft.com/office/powerpoint/2010/main" val="188467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While no significant main effects and no significant interaction (overall) found during model creation, significant relationship found for all levels of treatment except IDC in full data</a:t>
            </a:r>
          </a:p>
          <a:p>
            <a:endParaRPr lang="en-US"/>
          </a:p>
          <a:p>
            <a:endParaRPr lang="en-US"/>
          </a:p>
        </p:txBody>
      </p:sp>
      <p:sp>
        <p:nvSpPr>
          <p:cNvPr id="4" name="Slide Number Placeholder 3"/>
          <p:cNvSpPr>
            <a:spLocks noGrp="1"/>
          </p:cNvSpPr>
          <p:nvPr>
            <p:ph type="sldNum" sz="quarter" idx="5"/>
          </p:nvPr>
        </p:nvSpPr>
        <p:spPr/>
        <p:txBody>
          <a:bodyPr/>
          <a:lstStyle/>
          <a:p>
            <a:fld id="{E059FC3C-29AF-4F74-AAB0-06B432FB7956}" type="slidenum">
              <a:rPr lang="en-US" smtClean="0"/>
              <a:t>6</a:t>
            </a:fld>
            <a:endParaRPr lang="en-US"/>
          </a:p>
        </p:txBody>
      </p:sp>
    </p:spTree>
    <p:extLst>
      <p:ext uri="{BB962C8B-B14F-4D97-AF65-F5344CB8AC3E}">
        <p14:creationId xmlns:p14="http://schemas.microsoft.com/office/powerpoint/2010/main" val="2398443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D010-BA91-1E7D-EBDA-84E444C07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DD8D9-ABC6-4FD0-D00E-592653C66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EDD1BC-53D2-7DE9-1F07-62DB9A39CF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While only the marital status main effect proved significant across the whole dataset, all possible 3-way interactions except for the combination of unmarried, employed, and HS education were significant during model creation</a:t>
            </a:r>
          </a:p>
          <a:p>
            <a:endParaRPr lang="en-US"/>
          </a:p>
        </p:txBody>
      </p:sp>
      <p:sp>
        <p:nvSpPr>
          <p:cNvPr id="4" name="Slide Number Placeholder 3">
            <a:extLst>
              <a:ext uri="{FF2B5EF4-FFF2-40B4-BE49-F238E27FC236}">
                <a16:creationId xmlns:a16="http://schemas.microsoft.com/office/drawing/2014/main" id="{A1E35331-27E3-49F4-8549-1CDB38A68CB0}"/>
              </a:ext>
            </a:extLst>
          </p:cNvPr>
          <p:cNvSpPr>
            <a:spLocks noGrp="1"/>
          </p:cNvSpPr>
          <p:nvPr>
            <p:ph type="sldNum" sz="quarter" idx="5"/>
          </p:nvPr>
        </p:nvSpPr>
        <p:spPr/>
        <p:txBody>
          <a:bodyPr/>
          <a:lstStyle/>
          <a:p>
            <a:fld id="{E059FC3C-29AF-4F74-AAB0-06B432FB7956}" type="slidenum">
              <a:rPr lang="en-US" smtClean="0"/>
              <a:t>7</a:t>
            </a:fld>
            <a:endParaRPr lang="en-US"/>
          </a:p>
        </p:txBody>
      </p:sp>
    </p:spTree>
    <p:extLst>
      <p:ext uri="{BB962C8B-B14F-4D97-AF65-F5344CB8AC3E}">
        <p14:creationId xmlns:p14="http://schemas.microsoft.com/office/powerpoint/2010/main" val="4204131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59FC3C-29AF-4F74-AAB0-06B432FB7956}" type="slidenum">
              <a:rPr lang="en-US" smtClean="0"/>
              <a:t>9</a:t>
            </a:fld>
            <a:endParaRPr lang="en-US"/>
          </a:p>
        </p:txBody>
      </p:sp>
    </p:spTree>
    <p:extLst>
      <p:ext uri="{BB962C8B-B14F-4D97-AF65-F5344CB8AC3E}">
        <p14:creationId xmlns:p14="http://schemas.microsoft.com/office/powerpoint/2010/main" val="1080645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59FC3C-29AF-4F74-AAB0-06B432FB7956}" type="slidenum">
              <a:rPr lang="en-US" smtClean="0"/>
              <a:t>10</a:t>
            </a:fld>
            <a:endParaRPr lang="en-US"/>
          </a:p>
        </p:txBody>
      </p:sp>
    </p:spTree>
    <p:extLst>
      <p:ext uri="{BB962C8B-B14F-4D97-AF65-F5344CB8AC3E}">
        <p14:creationId xmlns:p14="http://schemas.microsoft.com/office/powerpoint/2010/main" val="846430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F71C-5E48-F2D2-EFD7-2A6928367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87E5F-0655-0180-F63F-13DCB23176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B0294-05F6-C6CA-2CE7-0F45A77E19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3CAF78-1A4B-C885-FE0B-FE5C5D6EE575}"/>
              </a:ext>
            </a:extLst>
          </p:cNvPr>
          <p:cNvSpPr>
            <a:spLocks noGrp="1"/>
          </p:cNvSpPr>
          <p:nvPr>
            <p:ph type="sldNum" sz="quarter" idx="5"/>
          </p:nvPr>
        </p:nvSpPr>
        <p:spPr/>
        <p:txBody>
          <a:bodyPr/>
          <a:lstStyle/>
          <a:p>
            <a:fld id="{E059FC3C-29AF-4F74-AAB0-06B432FB7956}" type="slidenum">
              <a:rPr lang="en-US" smtClean="0"/>
              <a:t>12</a:t>
            </a:fld>
            <a:endParaRPr lang="en-US"/>
          </a:p>
        </p:txBody>
      </p:sp>
    </p:spTree>
    <p:extLst>
      <p:ext uri="{BB962C8B-B14F-4D97-AF65-F5344CB8AC3E}">
        <p14:creationId xmlns:p14="http://schemas.microsoft.com/office/powerpoint/2010/main" val="2102273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F32D1-99F0-39CE-E87D-B79932314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2880B-0208-1E20-3029-2933937C7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F3FBB-83BE-CB1C-A80C-87451A369B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400390-B70C-5CB8-3794-793B320D33E8}"/>
              </a:ext>
            </a:extLst>
          </p:cNvPr>
          <p:cNvSpPr>
            <a:spLocks noGrp="1"/>
          </p:cNvSpPr>
          <p:nvPr>
            <p:ph type="sldNum" sz="quarter" idx="5"/>
          </p:nvPr>
        </p:nvSpPr>
        <p:spPr/>
        <p:txBody>
          <a:bodyPr/>
          <a:lstStyle/>
          <a:p>
            <a:fld id="{E059FC3C-29AF-4F74-AAB0-06B432FB7956}" type="slidenum">
              <a:rPr lang="en-US" smtClean="0"/>
              <a:t>15</a:t>
            </a:fld>
            <a:endParaRPr lang="en-US"/>
          </a:p>
        </p:txBody>
      </p:sp>
    </p:spTree>
    <p:extLst>
      <p:ext uri="{BB962C8B-B14F-4D97-AF65-F5344CB8AC3E}">
        <p14:creationId xmlns:p14="http://schemas.microsoft.com/office/powerpoint/2010/main" val="321991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BB6311BA-4640-4ABB-A313-30FD360546F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2062445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6311BA-4640-4ABB-A313-30FD360546F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3966862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B6311BA-4640-4ABB-A313-30FD360546F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37933230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BB6311BA-4640-4ABB-A313-30FD360546F3}" type="datetimeFigureOut">
              <a:rPr lang="en-US" smtClean="0"/>
              <a:t>12/9/2025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3937930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B6311BA-4640-4ABB-A313-30FD360546F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84362-4A7C-47DB-9129-8F95235B3663}"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0577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6311BA-4640-4ABB-A313-30FD360546F3}"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291935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6311BA-4640-4ABB-A313-30FD360546F3}"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3334508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B6311BA-4640-4ABB-A313-30FD360546F3}" type="datetimeFigureOut">
              <a:rPr lang="en-US" smtClean="0"/>
              <a:t>12/9/2025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1923645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B6311BA-4640-4ABB-A313-30FD360546F3}" type="datetimeFigureOut">
              <a:rPr lang="en-US" smtClean="0"/>
              <a:t>12/9/2025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2539270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6311BA-4640-4ABB-A313-30FD360546F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319964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6311BA-4640-4ABB-A313-30FD360546F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84362-4A7C-47DB-9129-8F95235B3663}" type="slidenum">
              <a:rPr lang="en-US" smtClean="0"/>
              <a:t>‹#›</a:t>
            </a:fld>
            <a:endParaRPr lang="en-US"/>
          </a:p>
        </p:txBody>
      </p:sp>
    </p:spTree>
    <p:extLst>
      <p:ext uri="{BB962C8B-B14F-4D97-AF65-F5344CB8AC3E}">
        <p14:creationId xmlns:p14="http://schemas.microsoft.com/office/powerpoint/2010/main" val="2137052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BB6311BA-4640-4ABB-A313-30FD360546F3}" type="datetimeFigureOut">
              <a:rPr lang="en-US" smtClean="0"/>
              <a:t>12/9/2025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59884362-4A7C-47DB-9129-8F95235B3663}" type="slidenum">
              <a:rPr lang="en-US" smtClean="0"/>
              <a:t>‹#›</a:t>
            </a:fld>
            <a:endParaRPr lang="en-US"/>
          </a:p>
        </p:txBody>
      </p:sp>
    </p:spTree>
    <p:extLst>
      <p:ext uri="{BB962C8B-B14F-4D97-AF65-F5344CB8AC3E}">
        <p14:creationId xmlns:p14="http://schemas.microsoft.com/office/powerpoint/2010/main" val="2254726811"/>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jmgirard.com/wp-content/uploads/2018/02/IIP-C-IRTv1.0.pdf"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jmgirard.com/wp-content/uploads/2018/02/IIP-C-IRTv1.0.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CCF27-2253-59EB-D8E2-F6F5CCDB4073}"/>
              </a:ext>
            </a:extLst>
          </p:cNvPr>
          <p:cNvSpPr>
            <a:spLocks noGrp="1"/>
          </p:cNvSpPr>
          <p:nvPr>
            <p:ph type="ctrTitle"/>
          </p:nvPr>
        </p:nvSpPr>
        <p:spPr/>
        <p:txBody>
          <a:bodyPr>
            <a:normAutofit fontScale="90000"/>
          </a:bodyPr>
          <a:lstStyle/>
          <a:p>
            <a:r>
              <a:rPr lang="en-US"/>
              <a:t>Dominating the lies in the </a:t>
            </a:r>
            <a:r>
              <a:rPr lang="en-US" err="1"/>
              <a:t>iip</a:t>
            </a:r>
            <a:r>
              <a:rPr lang="en-US"/>
              <a:t> - </a:t>
            </a:r>
            <a:r>
              <a:rPr lang="en-US" err="1"/>
              <a:t>domi</a:t>
            </a:r>
            <a:r>
              <a:rPr lang="en-US"/>
              <a:t> Sub-Scale</a:t>
            </a:r>
            <a:br>
              <a:rPr lang="en-US"/>
            </a:br>
            <a:r>
              <a:rPr lang="en-US" sz="1800" err="1"/>
              <a:t>nida</a:t>
            </a:r>
            <a:r>
              <a:rPr lang="en-US" sz="1800"/>
              <a:t> cocaine data analysis for improved weighting and predictions of </a:t>
            </a:r>
            <a:r>
              <a:rPr lang="en-US" sz="1800" err="1"/>
              <a:t>iip</a:t>
            </a:r>
            <a:r>
              <a:rPr lang="en-US" sz="1800"/>
              <a:t> – </a:t>
            </a:r>
            <a:r>
              <a:rPr lang="en-US" sz="1800" err="1"/>
              <a:t>domi</a:t>
            </a:r>
            <a:r>
              <a:rPr lang="en-US" sz="1800"/>
              <a:t> sub scale</a:t>
            </a:r>
            <a:endParaRPr lang="en-US"/>
          </a:p>
        </p:txBody>
      </p:sp>
      <p:sp>
        <p:nvSpPr>
          <p:cNvPr id="3" name="Subtitle 2">
            <a:extLst>
              <a:ext uri="{FF2B5EF4-FFF2-40B4-BE49-F238E27FC236}">
                <a16:creationId xmlns:a16="http://schemas.microsoft.com/office/drawing/2014/main" id="{AB2092B2-D65B-1D1A-D62E-78084B8A5340}"/>
              </a:ext>
            </a:extLst>
          </p:cNvPr>
          <p:cNvSpPr>
            <a:spLocks noGrp="1"/>
          </p:cNvSpPr>
          <p:nvPr>
            <p:ph type="subTitle" idx="1"/>
          </p:nvPr>
        </p:nvSpPr>
        <p:spPr>
          <a:xfrm>
            <a:off x="2695194" y="4352544"/>
            <a:ext cx="6801612" cy="1611532"/>
          </a:xfrm>
        </p:spPr>
        <p:txBody>
          <a:bodyPr>
            <a:normAutofit fontScale="92500" lnSpcReduction="10000"/>
          </a:bodyPr>
          <a:lstStyle/>
          <a:p>
            <a:r>
              <a:rPr lang="en-US"/>
              <a:t>Natalie LePera</a:t>
            </a:r>
          </a:p>
          <a:p>
            <a:r>
              <a:rPr lang="en-US"/>
              <a:t>STA513</a:t>
            </a:r>
          </a:p>
          <a:p>
            <a:r>
              <a:rPr lang="en-US"/>
              <a:t>Final Project</a:t>
            </a:r>
          </a:p>
          <a:p>
            <a:r>
              <a:rPr lang="en-US"/>
              <a:t>Due: 09 Dec 2025</a:t>
            </a:r>
          </a:p>
        </p:txBody>
      </p:sp>
      <p:pic>
        <p:nvPicPr>
          <p:cNvPr id="5" name="Picture 4" descr="A cartoon penguin lying down&#10;&#10;AI-generated content may be incorrect.">
            <a:extLst>
              <a:ext uri="{FF2B5EF4-FFF2-40B4-BE49-F238E27FC236}">
                <a16:creationId xmlns:a16="http://schemas.microsoft.com/office/drawing/2014/main" id="{926D5961-BE71-E1D5-9CF1-61DA5A4151D4}"/>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10595182" y="5964076"/>
            <a:ext cx="1596818" cy="893924"/>
          </a:xfrm>
          <a:prstGeom prst="rect">
            <a:avLst/>
          </a:prstGeom>
        </p:spPr>
      </p:pic>
    </p:spTree>
    <p:extLst>
      <p:ext uri="{BB962C8B-B14F-4D97-AF65-F5344CB8AC3E}">
        <p14:creationId xmlns:p14="http://schemas.microsoft.com/office/powerpoint/2010/main" val="3754737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CD7C-55EB-4A87-49A1-074F7B6FED5D}"/>
              </a:ext>
            </a:extLst>
          </p:cNvPr>
          <p:cNvSpPr>
            <a:spLocks noGrp="1"/>
          </p:cNvSpPr>
          <p:nvPr>
            <p:ph type="title"/>
          </p:nvPr>
        </p:nvSpPr>
        <p:spPr>
          <a:xfrm>
            <a:off x="533400" y="200533"/>
            <a:ext cx="6402421" cy="1100729"/>
          </a:xfrm>
        </p:spPr>
        <p:txBody>
          <a:bodyPr>
            <a:normAutofit fontScale="90000"/>
          </a:bodyPr>
          <a:lstStyle/>
          <a:p>
            <a:r>
              <a:rPr lang="en-US"/>
              <a:t>Understanding the </a:t>
            </a:r>
            <a:br>
              <a:rPr lang="en-US"/>
            </a:br>
            <a:r>
              <a:rPr lang="en-US"/>
              <a:t>IIP – DOMI Sub-Scale</a:t>
            </a:r>
          </a:p>
        </p:txBody>
      </p:sp>
      <p:sp>
        <p:nvSpPr>
          <p:cNvPr id="3" name="Content Placeholder 2">
            <a:extLst>
              <a:ext uri="{FF2B5EF4-FFF2-40B4-BE49-F238E27FC236}">
                <a16:creationId xmlns:a16="http://schemas.microsoft.com/office/drawing/2014/main" id="{E751A8AF-4075-473E-ECA3-EC2EF012FFC8}"/>
              </a:ext>
            </a:extLst>
          </p:cNvPr>
          <p:cNvSpPr>
            <a:spLocks noGrp="1"/>
          </p:cNvSpPr>
          <p:nvPr>
            <p:ph sz="half" idx="1"/>
          </p:nvPr>
        </p:nvSpPr>
        <p:spPr>
          <a:xfrm>
            <a:off x="533400" y="1496949"/>
            <a:ext cx="7215554" cy="5160518"/>
          </a:xfrm>
        </p:spPr>
        <p:txBody>
          <a:bodyPr>
            <a:normAutofit/>
          </a:bodyPr>
          <a:lstStyle/>
          <a:p>
            <a:pPr marL="0" indent="0">
              <a:buNone/>
            </a:pPr>
            <a:r>
              <a:rPr lang="en-US" sz="2000"/>
              <a:t>Inventory of Interpersonal Problems</a:t>
            </a:r>
          </a:p>
          <a:p>
            <a:pPr lvl="1"/>
            <a:r>
              <a:rPr lang="en-US" sz="1800"/>
              <a:t>32 questions, 8 sub-scales 4 questions per scale</a:t>
            </a:r>
          </a:p>
          <a:p>
            <a:pPr lvl="1"/>
            <a:r>
              <a:rPr lang="en-US" sz="1800"/>
              <a:t>Self reported</a:t>
            </a:r>
          </a:p>
          <a:p>
            <a:pPr lvl="1"/>
            <a:r>
              <a:rPr lang="en-US" sz="1800"/>
              <a:t>Potentially high patient burden when paired with other assessments</a:t>
            </a:r>
          </a:p>
          <a:p>
            <a:pPr lvl="1"/>
            <a:r>
              <a:rPr lang="en-US" sz="1800"/>
              <a:t>Potential for missed responses when used without </a:t>
            </a:r>
            <a:r>
              <a:rPr lang="en-US" sz="1800" err="1"/>
              <a:t>eCOA</a:t>
            </a:r>
            <a:r>
              <a:rPr lang="en-US" sz="1800"/>
              <a:t> </a:t>
            </a:r>
          </a:p>
          <a:p>
            <a:pPr lvl="2"/>
            <a:r>
              <a:rPr lang="en-US" sz="1800" err="1"/>
              <a:t>eCOA</a:t>
            </a:r>
            <a:r>
              <a:rPr lang="en-US" sz="1800"/>
              <a:t> can be cost prohibitive</a:t>
            </a:r>
          </a:p>
          <a:p>
            <a:pPr marL="0" indent="0">
              <a:buNone/>
            </a:pPr>
            <a:r>
              <a:rPr lang="en-US" sz="2000"/>
              <a:t>Current imputation processes</a:t>
            </a:r>
            <a:r>
              <a:rPr lang="en-US" sz="2000" baseline="30000"/>
              <a:t>1</a:t>
            </a:r>
            <a:endParaRPr lang="en-US" sz="2000"/>
          </a:p>
          <a:p>
            <a:pPr lvl="1"/>
            <a:r>
              <a:rPr lang="en-US" sz="1800"/>
              <a:t>Mean score replacement for single value imputation, omitted if multiple values require imputation</a:t>
            </a:r>
          </a:p>
          <a:p>
            <a:pPr marL="0" indent="0">
              <a:buNone/>
            </a:pPr>
            <a:r>
              <a:rPr lang="en-US" sz="2000"/>
              <a:t>Self reporting requires self awareness and honest assessment of close relationships</a:t>
            </a:r>
          </a:p>
          <a:p>
            <a:pPr lvl="1"/>
            <a:r>
              <a:rPr lang="en-US" sz="1800"/>
              <a:t>Honest assessment may be impacted by underlying psychological comorbidities, antisocial behaviors, or other unknown factors</a:t>
            </a:r>
          </a:p>
        </p:txBody>
      </p:sp>
      <p:graphicFrame>
        <p:nvGraphicFramePr>
          <p:cNvPr id="5" name="Table 4">
            <a:extLst>
              <a:ext uri="{FF2B5EF4-FFF2-40B4-BE49-F238E27FC236}">
                <a16:creationId xmlns:a16="http://schemas.microsoft.com/office/drawing/2014/main" id="{2CF6D528-3B3A-CC97-B594-E9FEF1554578}"/>
              </a:ext>
            </a:extLst>
          </p:cNvPr>
          <p:cNvGraphicFramePr>
            <a:graphicFrameLocks noGrp="1"/>
          </p:cNvGraphicFramePr>
          <p:nvPr>
            <p:extLst>
              <p:ext uri="{D42A27DB-BD31-4B8C-83A1-F6EECF244321}">
                <p14:modId xmlns:p14="http://schemas.microsoft.com/office/powerpoint/2010/main" val="3928749442"/>
              </p:ext>
            </p:extLst>
          </p:nvPr>
        </p:nvGraphicFramePr>
        <p:xfrm>
          <a:off x="7900416" y="591185"/>
          <a:ext cx="3758184" cy="302323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758184">
                  <a:extLst>
                    <a:ext uri="{9D8B030D-6E8A-4147-A177-3AD203B41FA5}">
                      <a16:colId xmlns:a16="http://schemas.microsoft.com/office/drawing/2014/main" val="3049619724"/>
                    </a:ext>
                  </a:extLst>
                </a:gridCol>
              </a:tblGrid>
              <a:tr h="551495">
                <a:tc>
                  <a:txBody>
                    <a:bodyPr/>
                    <a:lstStyle/>
                    <a:p>
                      <a:pPr algn="ctr"/>
                      <a:r>
                        <a:rPr lang="en-US" b="1"/>
                        <a:t>IIP – DOMI Sub-Scale Questions</a:t>
                      </a:r>
                    </a:p>
                  </a:txBody>
                  <a:tcPr/>
                </a:tc>
                <a:extLst>
                  <a:ext uri="{0D108BD9-81ED-4DB2-BD59-A6C34878D82A}">
                    <a16:rowId xmlns:a16="http://schemas.microsoft.com/office/drawing/2014/main" val="867851897"/>
                  </a:ext>
                </a:extLst>
              </a:tr>
              <a:tr h="551495">
                <a:tc>
                  <a:txBody>
                    <a:bodyPr/>
                    <a:lstStyle/>
                    <a:p>
                      <a:r>
                        <a:rPr lang="en-US"/>
                        <a:t>It is hard for me to understand another person’s point of view. </a:t>
                      </a:r>
                    </a:p>
                  </a:txBody>
                  <a:tcPr/>
                </a:tc>
                <a:extLst>
                  <a:ext uri="{0D108BD9-81ED-4DB2-BD59-A6C34878D82A}">
                    <a16:rowId xmlns:a16="http://schemas.microsoft.com/office/drawing/2014/main" val="4194882860"/>
                  </a:ext>
                </a:extLst>
              </a:tr>
              <a:tr h="551495">
                <a:tc>
                  <a:txBody>
                    <a:bodyPr/>
                    <a:lstStyle/>
                    <a:p>
                      <a:r>
                        <a:rPr lang="en-US"/>
                        <a:t>I argue with other people too much.</a:t>
                      </a:r>
                    </a:p>
                  </a:txBody>
                  <a:tcPr/>
                </a:tc>
                <a:extLst>
                  <a:ext uri="{0D108BD9-81ED-4DB2-BD59-A6C34878D82A}">
                    <a16:rowId xmlns:a16="http://schemas.microsoft.com/office/drawing/2014/main" val="145910757"/>
                  </a:ext>
                </a:extLst>
              </a:tr>
              <a:tr h="551495">
                <a:tc>
                  <a:txBody>
                    <a:bodyPr/>
                    <a:lstStyle/>
                    <a:p>
                      <a:r>
                        <a:rPr lang="en-US"/>
                        <a:t>I try to control other people too much.</a:t>
                      </a:r>
                    </a:p>
                  </a:txBody>
                  <a:tcPr/>
                </a:tc>
                <a:extLst>
                  <a:ext uri="{0D108BD9-81ED-4DB2-BD59-A6C34878D82A}">
                    <a16:rowId xmlns:a16="http://schemas.microsoft.com/office/drawing/2014/main" val="1669346886"/>
                  </a:ext>
                </a:extLst>
              </a:tr>
              <a:tr h="551495">
                <a:tc>
                  <a:txBody>
                    <a:bodyPr/>
                    <a:lstStyle/>
                    <a:p>
                      <a:r>
                        <a:rPr lang="en-US"/>
                        <a:t>I am too aggressive toward other people.</a:t>
                      </a:r>
                    </a:p>
                  </a:txBody>
                  <a:tcPr/>
                </a:tc>
                <a:extLst>
                  <a:ext uri="{0D108BD9-81ED-4DB2-BD59-A6C34878D82A}">
                    <a16:rowId xmlns:a16="http://schemas.microsoft.com/office/drawing/2014/main" val="3653334355"/>
                  </a:ext>
                </a:extLst>
              </a:tr>
            </a:tbl>
          </a:graphicData>
        </a:graphic>
      </p:graphicFrame>
      <p:graphicFrame>
        <p:nvGraphicFramePr>
          <p:cNvPr id="8" name="Table 7">
            <a:extLst>
              <a:ext uri="{FF2B5EF4-FFF2-40B4-BE49-F238E27FC236}">
                <a16:creationId xmlns:a16="http://schemas.microsoft.com/office/drawing/2014/main" id="{395FF310-4E3C-7BBF-1DB7-962290AD95C7}"/>
              </a:ext>
            </a:extLst>
          </p:cNvPr>
          <p:cNvGraphicFramePr>
            <a:graphicFrameLocks noGrp="1"/>
          </p:cNvGraphicFramePr>
          <p:nvPr>
            <p:extLst>
              <p:ext uri="{D42A27DB-BD31-4B8C-83A1-F6EECF244321}">
                <p14:modId xmlns:p14="http://schemas.microsoft.com/office/powerpoint/2010/main" val="2221761129"/>
              </p:ext>
            </p:extLst>
          </p:nvPr>
        </p:nvGraphicFramePr>
        <p:xfrm>
          <a:off x="7900416" y="4005067"/>
          <a:ext cx="3758184" cy="24231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20511">
                  <a:extLst>
                    <a:ext uri="{9D8B030D-6E8A-4147-A177-3AD203B41FA5}">
                      <a16:colId xmlns:a16="http://schemas.microsoft.com/office/drawing/2014/main" val="426837775"/>
                    </a:ext>
                  </a:extLst>
                </a:gridCol>
                <a:gridCol w="2837673">
                  <a:extLst>
                    <a:ext uri="{9D8B030D-6E8A-4147-A177-3AD203B41FA5}">
                      <a16:colId xmlns:a16="http://schemas.microsoft.com/office/drawing/2014/main" val="2902306474"/>
                    </a:ext>
                  </a:extLst>
                </a:gridCol>
              </a:tblGrid>
              <a:tr h="409220">
                <a:tc>
                  <a:txBody>
                    <a:bodyPr/>
                    <a:lstStyle/>
                    <a:p>
                      <a:r>
                        <a:rPr lang="en-US"/>
                        <a:t>Score</a:t>
                      </a:r>
                    </a:p>
                  </a:txBody>
                  <a:tcPr/>
                </a:tc>
                <a:tc>
                  <a:txBody>
                    <a:bodyPr/>
                    <a:lstStyle/>
                    <a:p>
                      <a:r>
                        <a:rPr lang="en-US"/>
                        <a:t>Response</a:t>
                      </a:r>
                    </a:p>
                  </a:txBody>
                  <a:tcPr/>
                </a:tc>
                <a:extLst>
                  <a:ext uri="{0D108BD9-81ED-4DB2-BD59-A6C34878D82A}">
                    <a16:rowId xmlns:a16="http://schemas.microsoft.com/office/drawing/2014/main" val="3003204011"/>
                  </a:ext>
                </a:extLst>
              </a:tr>
              <a:tr h="402788">
                <a:tc>
                  <a:txBody>
                    <a:bodyPr/>
                    <a:lstStyle/>
                    <a:p>
                      <a:r>
                        <a:rPr lang="en-US"/>
                        <a:t>0</a:t>
                      </a:r>
                    </a:p>
                  </a:txBody>
                  <a:tcPr/>
                </a:tc>
                <a:tc>
                  <a:txBody>
                    <a:bodyPr/>
                    <a:lstStyle/>
                    <a:p>
                      <a:r>
                        <a:rPr lang="en-US"/>
                        <a:t>Not at all</a:t>
                      </a:r>
                    </a:p>
                  </a:txBody>
                  <a:tcPr/>
                </a:tc>
                <a:extLst>
                  <a:ext uri="{0D108BD9-81ED-4DB2-BD59-A6C34878D82A}">
                    <a16:rowId xmlns:a16="http://schemas.microsoft.com/office/drawing/2014/main" val="2311215047"/>
                  </a:ext>
                </a:extLst>
              </a:tr>
              <a:tr h="402788">
                <a:tc>
                  <a:txBody>
                    <a:bodyPr/>
                    <a:lstStyle/>
                    <a:p>
                      <a:r>
                        <a:rPr lang="en-US"/>
                        <a:t>1</a:t>
                      </a:r>
                    </a:p>
                  </a:txBody>
                  <a:tcPr/>
                </a:tc>
                <a:tc>
                  <a:txBody>
                    <a:bodyPr/>
                    <a:lstStyle/>
                    <a:p>
                      <a:r>
                        <a:rPr lang="en-US"/>
                        <a:t>A little bit</a:t>
                      </a:r>
                    </a:p>
                  </a:txBody>
                  <a:tcPr/>
                </a:tc>
                <a:extLst>
                  <a:ext uri="{0D108BD9-81ED-4DB2-BD59-A6C34878D82A}">
                    <a16:rowId xmlns:a16="http://schemas.microsoft.com/office/drawing/2014/main" val="2738311664"/>
                  </a:ext>
                </a:extLst>
              </a:tr>
              <a:tr h="402788">
                <a:tc>
                  <a:txBody>
                    <a:bodyPr/>
                    <a:lstStyle/>
                    <a:p>
                      <a:r>
                        <a:rPr lang="en-US"/>
                        <a:t>2</a:t>
                      </a:r>
                    </a:p>
                  </a:txBody>
                  <a:tcPr/>
                </a:tc>
                <a:tc>
                  <a:txBody>
                    <a:bodyPr/>
                    <a:lstStyle/>
                    <a:p>
                      <a:r>
                        <a:rPr lang="en-US"/>
                        <a:t>Moderately</a:t>
                      </a:r>
                    </a:p>
                  </a:txBody>
                  <a:tcPr/>
                </a:tc>
                <a:extLst>
                  <a:ext uri="{0D108BD9-81ED-4DB2-BD59-A6C34878D82A}">
                    <a16:rowId xmlns:a16="http://schemas.microsoft.com/office/drawing/2014/main" val="503406991"/>
                  </a:ext>
                </a:extLst>
              </a:tr>
              <a:tr h="402788">
                <a:tc>
                  <a:txBody>
                    <a:bodyPr/>
                    <a:lstStyle/>
                    <a:p>
                      <a:r>
                        <a:rPr lang="en-US"/>
                        <a:t>3</a:t>
                      </a:r>
                    </a:p>
                  </a:txBody>
                  <a:tcPr/>
                </a:tc>
                <a:tc>
                  <a:txBody>
                    <a:bodyPr/>
                    <a:lstStyle/>
                    <a:p>
                      <a:r>
                        <a:rPr lang="en-US"/>
                        <a:t>Quite a bit</a:t>
                      </a:r>
                    </a:p>
                  </a:txBody>
                  <a:tcPr/>
                </a:tc>
                <a:extLst>
                  <a:ext uri="{0D108BD9-81ED-4DB2-BD59-A6C34878D82A}">
                    <a16:rowId xmlns:a16="http://schemas.microsoft.com/office/drawing/2014/main" val="858285748"/>
                  </a:ext>
                </a:extLst>
              </a:tr>
              <a:tr h="402788">
                <a:tc>
                  <a:txBody>
                    <a:bodyPr/>
                    <a:lstStyle/>
                    <a:p>
                      <a:r>
                        <a:rPr lang="en-US"/>
                        <a:t>4</a:t>
                      </a:r>
                    </a:p>
                  </a:txBody>
                  <a:tcPr/>
                </a:tc>
                <a:tc>
                  <a:txBody>
                    <a:bodyPr/>
                    <a:lstStyle/>
                    <a:p>
                      <a:r>
                        <a:rPr lang="en-US"/>
                        <a:t>Extremely</a:t>
                      </a:r>
                    </a:p>
                  </a:txBody>
                  <a:tcPr/>
                </a:tc>
                <a:extLst>
                  <a:ext uri="{0D108BD9-81ED-4DB2-BD59-A6C34878D82A}">
                    <a16:rowId xmlns:a16="http://schemas.microsoft.com/office/drawing/2014/main" val="2147271748"/>
                  </a:ext>
                </a:extLst>
              </a:tr>
            </a:tbl>
          </a:graphicData>
        </a:graphic>
      </p:graphicFrame>
      <p:sp>
        <p:nvSpPr>
          <p:cNvPr id="6" name="TextBox 5">
            <a:extLst>
              <a:ext uri="{FF2B5EF4-FFF2-40B4-BE49-F238E27FC236}">
                <a16:creationId xmlns:a16="http://schemas.microsoft.com/office/drawing/2014/main" id="{6C36D5A8-C1D0-A20E-88A9-E1B377EBBAF1}"/>
              </a:ext>
            </a:extLst>
          </p:cNvPr>
          <p:cNvSpPr txBox="1"/>
          <p:nvPr/>
        </p:nvSpPr>
        <p:spPr>
          <a:xfrm>
            <a:off x="155331" y="6591544"/>
            <a:ext cx="7971692" cy="261610"/>
          </a:xfrm>
          <a:prstGeom prst="rect">
            <a:avLst/>
          </a:prstGeom>
          <a:noFill/>
        </p:spPr>
        <p:txBody>
          <a:bodyPr wrap="square">
            <a:spAutoFit/>
          </a:bodyPr>
          <a:lstStyle/>
          <a:p>
            <a:pPr lvl="1"/>
            <a:r>
              <a:rPr lang="en-US" sz="1100"/>
              <a:t>[1] </a:t>
            </a:r>
            <a:r>
              <a:rPr lang="en-US" sz="1100">
                <a:solidFill>
                  <a:srgbClr val="00B0F0"/>
                </a:solidFill>
                <a:hlinkClick r:id="rId3">
                  <a:extLst>
                    <a:ext uri="{A12FA001-AC4F-418D-AE19-62706E023703}">
                      <ahyp:hlinkClr xmlns:ahyp="http://schemas.microsoft.com/office/drawing/2018/hyperlinkcolor" val="tx"/>
                    </a:ext>
                  </a:extLst>
                </a:hlinkClick>
              </a:rPr>
              <a:t>https://jmgirard.com/wp-content/uploads/2018/02/IIP-C-IRTv1.0.pdf</a:t>
            </a:r>
            <a:r>
              <a:rPr lang="en-US" sz="1100"/>
              <a:t> </a:t>
            </a:r>
          </a:p>
        </p:txBody>
      </p:sp>
    </p:spTree>
    <p:extLst>
      <p:ext uri="{BB962C8B-B14F-4D97-AF65-F5344CB8AC3E}">
        <p14:creationId xmlns:p14="http://schemas.microsoft.com/office/powerpoint/2010/main" val="252062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DA1EB-2B17-008B-9977-49737BC2BD14}"/>
              </a:ext>
            </a:extLst>
          </p:cNvPr>
          <p:cNvSpPr>
            <a:spLocks noGrp="1"/>
          </p:cNvSpPr>
          <p:nvPr>
            <p:ph type="title"/>
          </p:nvPr>
        </p:nvSpPr>
        <p:spPr>
          <a:xfrm>
            <a:off x="2231136" y="284754"/>
            <a:ext cx="7729728" cy="828939"/>
          </a:xfrm>
        </p:spPr>
        <p:txBody>
          <a:bodyPr/>
          <a:lstStyle/>
          <a:p>
            <a:r>
              <a:rPr lang="en-US"/>
              <a:t>Model Aims</a:t>
            </a:r>
          </a:p>
        </p:txBody>
      </p:sp>
      <p:sp>
        <p:nvSpPr>
          <p:cNvPr id="5" name="Content Placeholder 4">
            <a:extLst>
              <a:ext uri="{FF2B5EF4-FFF2-40B4-BE49-F238E27FC236}">
                <a16:creationId xmlns:a16="http://schemas.microsoft.com/office/drawing/2014/main" id="{CCC9F908-66D7-9798-0992-D1D687C6CABB}"/>
              </a:ext>
            </a:extLst>
          </p:cNvPr>
          <p:cNvSpPr>
            <a:spLocks noGrp="1"/>
          </p:cNvSpPr>
          <p:nvPr>
            <p:ph idx="1"/>
          </p:nvPr>
        </p:nvSpPr>
        <p:spPr>
          <a:xfrm>
            <a:off x="205154" y="1312984"/>
            <a:ext cx="11781692" cy="5545015"/>
          </a:xfrm>
        </p:spPr>
        <p:txBody>
          <a:bodyPr>
            <a:normAutofit fontScale="92500" lnSpcReduction="10000"/>
          </a:bodyPr>
          <a:lstStyle/>
          <a:p>
            <a:pPr marL="0" indent="0">
              <a:buNone/>
            </a:pPr>
            <a:r>
              <a:rPr lang="en-US" sz="2400" b="1"/>
              <a:t>Model 1:</a:t>
            </a:r>
          </a:p>
          <a:p>
            <a:pPr lvl="1"/>
            <a:r>
              <a:rPr lang="en-US" sz="2000"/>
              <a:t>Analyze the potential relationship between DOMI score and treatment type with best fit covariates to determine if treatment type impacts patients’ self reported DOMI scores</a:t>
            </a:r>
          </a:p>
          <a:p>
            <a:pPr marL="228600" lvl="1" indent="0">
              <a:buNone/>
            </a:pPr>
            <a:r>
              <a:rPr lang="en-US" sz="2000"/>
              <a:t>	</a:t>
            </a:r>
            <a:r>
              <a:rPr lang="en-US" sz="2000" i="1"/>
              <a:t>H0:</a:t>
            </a:r>
            <a:r>
              <a:rPr lang="en-US" sz="2000"/>
              <a:t> Mean DOMI score is equal across all 4 treatment groups</a:t>
            </a:r>
          </a:p>
          <a:p>
            <a:pPr marL="0" indent="0">
              <a:buNone/>
            </a:pPr>
            <a:r>
              <a:rPr lang="en-US" sz="2400" b="1"/>
              <a:t>Model II:</a:t>
            </a:r>
          </a:p>
          <a:p>
            <a:pPr lvl="1"/>
            <a:r>
              <a:rPr lang="en-US" sz="2000"/>
              <a:t>Analyze the potential relationship between DOMI score and the interaction of treatment type and type of cocaine used (cocaine or crack) to determine if the combination of treatment type and type of cocaine used impacts patients’ self reported DOMI scores</a:t>
            </a:r>
          </a:p>
          <a:p>
            <a:pPr marL="228600" lvl="1" indent="0">
              <a:buNone/>
            </a:pPr>
            <a:r>
              <a:rPr lang="en-US" sz="2000"/>
              <a:t>	</a:t>
            </a:r>
            <a:r>
              <a:rPr lang="en-US" sz="2000" i="1"/>
              <a:t>H0: </a:t>
            </a:r>
            <a:r>
              <a:rPr lang="en-US" sz="2000"/>
              <a:t>Mean DOMI score is equal across all 8 combinations of treatment type and type of cocaine used</a:t>
            </a:r>
          </a:p>
          <a:p>
            <a:pPr marL="0" indent="0">
              <a:buNone/>
            </a:pPr>
            <a:r>
              <a:rPr lang="en-US" sz="2400" b="1"/>
              <a:t>Model III</a:t>
            </a:r>
          </a:p>
          <a:p>
            <a:pPr lvl="1"/>
            <a:r>
              <a:rPr lang="en-US" sz="2000"/>
              <a:t>Analyze the potential relationship between DOMI score and a selection of aggregate “home stability” variables, comprised of the interaction between marital status (married or single), employment status, and education status (HS diploma, GED, or lesser education vs greater than HS education) to determine if the combination of home stability variables impacts patients’ self reported DOMI scores</a:t>
            </a:r>
          </a:p>
          <a:p>
            <a:pPr marL="228600" lvl="1" indent="0">
              <a:buNone/>
            </a:pPr>
            <a:r>
              <a:rPr lang="en-US" sz="2000"/>
              <a:t>	</a:t>
            </a:r>
            <a:r>
              <a:rPr lang="en-US" sz="2000" i="1"/>
              <a:t>H0: </a:t>
            </a:r>
            <a:r>
              <a:rPr lang="en-US" sz="2000"/>
              <a:t>Mean DOMI score is equal across all 8 combinations of marital status, employment status, and education 	status</a:t>
            </a:r>
          </a:p>
        </p:txBody>
      </p:sp>
    </p:spTree>
    <p:extLst>
      <p:ext uri="{BB962C8B-B14F-4D97-AF65-F5344CB8AC3E}">
        <p14:creationId xmlns:p14="http://schemas.microsoft.com/office/powerpoint/2010/main" val="2627844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003DAA-C699-C597-6625-E358FFCD150D}"/>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Domi details:  NIDA COCAINE STUDY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848807-EC75-C876-C56A-E9DD5D7EF390}"/>
                  </a:ext>
                </a:extLst>
              </p:cNvPr>
              <p:cNvSpPr>
                <a:spLocks noGrp="1"/>
              </p:cNvSpPr>
              <p:nvPr>
                <p:ph idx="1"/>
              </p:nvPr>
            </p:nvSpPr>
            <p:spPr>
              <a:xfrm>
                <a:off x="643468" y="2638044"/>
                <a:ext cx="3363974" cy="3415622"/>
              </a:xfrm>
            </p:spPr>
            <p:txBody>
              <a:bodyPr>
                <a:normAutofit fontScale="77500" lnSpcReduction="20000"/>
              </a:bodyPr>
              <a:lstStyle/>
              <a:p>
                <a:r>
                  <a:rPr lang="en-US">
                    <a:solidFill>
                      <a:schemeClr val="bg1"/>
                    </a:solidFill>
                  </a:rPr>
                  <a:t>Full data: 2697 observations</a:t>
                </a:r>
              </a:p>
              <a:p>
                <a:r>
                  <a:rPr lang="en-US">
                    <a:solidFill>
                      <a:schemeClr val="bg1"/>
                    </a:solidFill>
                  </a:rPr>
                  <a:t>Missing observations: </a:t>
                </a:r>
              </a:p>
              <a:p>
                <a:pPr lvl="1">
                  <a:spcBef>
                    <a:spcPts val="600"/>
                  </a:spcBef>
                </a:pPr>
                <a:r>
                  <a:rPr lang="en-US">
                    <a:solidFill>
                      <a:schemeClr val="bg1"/>
                    </a:solidFill>
                  </a:rPr>
                  <a:t>3 months = 52 missing (14.86%)</a:t>
                </a:r>
              </a:p>
              <a:p>
                <a:pPr lvl="1">
                  <a:spcBef>
                    <a:spcPts val="600"/>
                  </a:spcBef>
                </a:pPr>
                <a:r>
                  <a:rPr lang="en-US">
                    <a:solidFill>
                      <a:schemeClr val="bg1"/>
                    </a:solidFill>
                  </a:rPr>
                  <a:t>6 months = 50 missing (13.23%)</a:t>
                </a:r>
              </a:p>
              <a:p>
                <a:r>
                  <a:rPr lang="en-US">
                    <a:solidFill>
                      <a:schemeClr val="bg1"/>
                    </a:solidFill>
                  </a:rPr>
                  <a:t>DOMI scores skewed </a:t>
                </a:r>
                <a:r>
                  <a:rPr lang="en-US" i="1">
                    <a:solidFill>
                      <a:schemeClr val="bg1"/>
                    </a:solidFill>
                  </a:rPr>
                  <a:t>and </a:t>
                </a:r>
                <a:r>
                  <a:rPr lang="en-US">
                    <a:solidFill>
                      <a:schemeClr val="bg1"/>
                    </a:solidFill>
                  </a:rPr>
                  <a:t>potential </a:t>
                </a:r>
                <a:r>
                  <a:rPr lang="en-US" err="1">
                    <a:solidFill>
                      <a:schemeClr val="bg1"/>
                    </a:solidFill>
                  </a:rPr>
                  <a:t>poisson</a:t>
                </a:r>
                <a:r>
                  <a:rPr lang="en-US">
                    <a:solidFill>
                      <a:schemeClr val="bg1"/>
                    </a:solidFill>
                  </a:rPr>
                  <a:t> distribution</a:t>
                </a:r>
              </a:p>
              <a:p>
                <a:pPr lvl="1"/>
                <a:r>
                  <a:rPr lang="en-US">
                    <a:solidFill>
                      <a:schemeClr val="bg1"/>
                    </a:solidFill>
                  </a:rPr>
                  <a:t>Requires shift </a:t>
                </a:r>
              </a:p>
              <a:p>
                <a:pPr lvl="1"/>
                <a:r>
                  <a:rPr lang="en-US">
                    <a:solidFill>
                      <a:schemeClr val="bg1"/>
                    </a:solidFill>
                  </a:rPr>
                  <a:t>Requires </a:t>
                </a:r>
                <a:r>
                  <a:rPr lang="en-US" err="1">
                    <a:solidFill>
                      <a:schemeClr val="bg1"/>
                    </a:solidFill>
                  </a:rPr>
                  <a:t>BoxCox</a:t>
                </a:r>
                <a:r>
                  <a:rPr lang="en-US">
                    <a:solidFill>
                      <a:schemeClr val="bg1"/>
                    </a:solidFill>
                  </a:rPr>
                  <a:t> transformation</a:t>
                </a:r>
              </a:p>
              <a:p>
                <a:pPr marL="457200" lvl="2" indent="0">
                  <a:buNone/>
                </a:pPr>
                <a14:m>
                  <m:oMathPara xmlns:m="http://schemas.openxmlformats.org/officeDocument/2006/math">
                    <m:oMathParaPr>
                      <m:jc m:val="centerGroup"/>
                    </m:oMathParaPr>
                    <m:oMath xmlns:m="http://schemas.openxmlformats.org/officeDocument/2006/math">
                      <m:acc>
                        <m:accPr>
                          <m:chr m:val="̂"/>
                          <m:ctrlPr>
                            <a:rPr lang="en-US" i="1" smtClean="0">
                              <a:solidFill>
                                <a:schemeClr val="bg1"/>
                              </a:solidFill>
                              <a:latin typeface="Cambria Math" panose="02040503050406030204" pitchFamily="18" charset="0"/>
                            </a:rPr>
                          </m:ctrlPr>
                        </m:accPr>
                        <m:e>
                          <m:r>
                            <a:rPr lang="en-US" b="0" i="1" smtClean="0">
                              <a:solidFill>
                                <a:schemeClr val="bg1"/>
                              </a:solidFill>
                              <a:latin typeface="Cambria Math" panose="02040503050406030204" pitchFamily="18" charset="0"/>
                            </a:rPr>
                            <m:t>𝑌</m:t>
                          </m:r>
                        </m:e>
                      </m:acc>
                      <m:d>
                        <m:dPr>
                          <m:begChr m:val="{"/>
                          <m:endChr m:val=""/>
                          <m:ctrlPr>
                            <a:rPr lang="en-US" i="1" smtClean="0">
                              <a:solidFill>
                                <a:schemeClr val="bg1"/>
                              </a:solidFill>
                              <a:latin typeface="Cambria Math" panose="02040503050406030204" pitchFamily="18" charset="0"/>
                            </a:rPr>
                          </m:ctrlPr>
                        </m:dPr>
                        <m:e>
                          <m:eqArr>
                            <m:eqArrPr>
                              <m:ctrlPr>
                                <a:rPr lang="en-US" i="1" smtClean="0">
                                  <a:solidFill>
                                    <a:schemeClr val="bg1"/>
                                  </a:solidFill>
                                  <a:latin typeface="Cambria Math" panose="02040503050406030204" pitchFamily="18" charset="0"/>
                                </a:rPr>
                              </m:ctrlPr>
                            </m:eqArrPr>
                            <m:e>
                              <m:f>
                                <m:fPr>
                                  <m:ctrlPr>
                                    <a:rPr lang="en-US" b="0" i="1" smtClean="0">
                                      <a:solidFill>
                                        <a:schemeClr val="bg1"/>
                                      </a:solidFill>
                                      <a:latin typeface="Cambria Math" panose="02040503050406030204" pitchFamily="18" charset="0"/>
                                    </a:rPr>
                                  </m:ctrlPr>
                                </m:fPr>
                                <m:num>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𝑥</m:t>
                                      </m:r>
                                    </m:e>
                                    <m:sup>
                                      <m:r>
                                        <a:rPr lang="en-US" b="0" i="1" smtClean="0">
                                          <a:solidFill>
                                            <a:schemeClr val="bg1"/>
                                          </a:solidFill>
                                          <a:latin typeface="Cambria Math" panose="02040503050406030204" pitchFamily="18" charset="0"/>
                                          <a:ea typeface="Cambria Math" panose="02040503050406030204" pitchFamily="18" charset="0"/>
                                        </a:rPr>
                                        <m:t>𝜆</m:t>
                                      </m:r>
                                    </m:sup>
                                  </m:sSup>
                                  <m:r>
                                    <a:rPr lang="en-US" b="0" i="1" smtClean="0">
                                      <a:solidFill>
                                        <a:schemeClr val="bg1"/>
                                      </a:solidFill>
                                      <a:latin typeface="Cambria Math" panose="02040503050406030204" pitchFamily="18" charset="0"/>
                                      <a:ea typeface="Cambria Math" panose="02040503050406030204" pitchFamily="18" charset="0"/>
                                    </a:rPr>
                                    <m:t> −1</m:t>
                                  </m:r>
                                </m:num>
                                <m:den>
                                  <m:r>
                                    <a:rPr lang="en-US" b="0" i="1" smtClean="0">
                                      <a:solidFill>
                                        <a:schemeClr val="bg1"/>
                                      </a:solidFill>
                                      <a:latin typeface="Cambria Math" panose="02040503050406030204" pitchFamily="18" charset="0"/>
                                      <a:ea typeface="Cambria Math" panose="02040503050406030204" pitchFamily="18" charset="0"/>
                                    </a:rPr>
                                    <m:t>𝜆</m:t>
                                  </m:r>
                                </m:den>
                              </m:f>
                              <m:r>
                                <a:rPr lang="en-US" b="0" i="1" smtClean="0">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𝑤h𝑒𝑟𝑒</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ea typeface="Cambria Math" panose="02040503050406030204" pitchFamily="18" charset="0"/>
                                </a:rPr>
                                <m:t>𝜆</m:t>
                              </m:r>
                              <m:r>
                                <a:rPr lang="en-US" i="1" smtClean="0">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0</m:t>
                              </m:r>
                            </m:e>
                            <m:e>
                              <m:func>
                                <m:funcPr>
                                  <m:ctrlPr>
                                    <a:rPr lang="en-US" b="0" i="1" smtClean="0">
                                      <a:solidFill>
                                        <a:schemeClr val="bg1"/>
                                      </a:solidFill>
                                      <a:latin typeface="Cambria Math" panose="02040503050406030204" pitchFamily="18" charset="0"/>
                                    </a:rPr>
                                  </m:ctrlPr>
                                </m:funcPr>
                                <m:fName>
                                  <m:r>
                                    <m:rPr>
                                      <m:sty m:val="p"/>
                                    </m:rPr>
                                    <a:rPr lang="en-US" b="0" i="0" smtClean="0">
                                      <a:solidFill>
                                        <a:schemeClr val="bg1"/>
                                      </a:solidFill>
                                      <a:latin typeface="Cambria Math" panose="02040503050406030204" pitchFamily="18" charset="0"/>
                                    </a:rPr>
                                    <m:t>ln</m:t>
                                  </m:r>
                                </m:fName>
                                <m:e>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𝑥</m:t>
                                      </m:r>
                                    </m:e>
                                  </m:d>
                                </m:e>
                              </m:func>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𝑤h𝑒𝑟𝑒</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ea typeface="Cambria Math" panose="02040503050406030204" pitchFamily="18" charset="0"/>
                                </a:rPr>
                                <m:t>𝜆</m:t>
                              </m:r>
                              <m:r>
                                <a:rPr lang="en-US" b="0" i="1" smtClean="0">
                                  <a:solidFill>
                                    <a:schemeClr val="bg1"/>
                                  </a:solidFill>
                                  <a:latin typeface="Cambria Math" panose="02040503050406030204" pitchFamily="18" charset="0"/>
                                  <a:ea typeface="Cambria Math" panose="02040503050406030204" pitchFamily="18" charset="0"/>
                                </a:rPr>
                                <m:t>=0</m:t>
                              </m:r>
                            </m:e>
                          </m:eqArr>
                        </m:e>
                      </m:d>
                    </m:oMath>
                  </m:oMathPara>
                </a14:m>
                <a:endParaRPr lang="en-US">
                  <a:solidFill>
                    <a:schemeClr val="bg1"/>
                  </a:solidFill>
                </a:endParaRPr>
              </a:p>
              <a:p>
                <a:r>
                  <a:rPr lang="en-US">
                    <a:solidFill>
                      <a:schemeClr val="bg1"/>
                    </a:solidFill>
                  </a:rPr>
                  <a:t>Outputs must be back transformed before utilization</a:t>
                </a:r>
              </a:p>
            </p:txBody>
          </p:sp>
        </mc:Choice>
        <mc:Fallback>
          <p:sp>
            <p:nvSpPr>
              <p:cNvPr id="3" name="Content Placeholder 2">
                <a:extLst>
                  <a:ext uri="{FF2B5EF4-FFF2-40B4-BE49-F238E27FC236}">
                    <a16:creationId xmlns:a16="http://schemas.microsoft.com/office/drawing/2014/main" id="{74848807-EC75-C876-C56A-E9DD5D7EF390}"/>
                  </a:ext>
                </a:extLst>
              </p:cNvPr>
              <p:cNvSpPr>
                <a:spLocks noGrp="1" noRot="1" noChangeAspect="1" noMove="1" noResize="1" noEditPoints="1" noAdjustHandles="1" noChangeArrowheads="1" noChangeShapeType="1" noTextEdit="1"/>
              </p:cNvSpPr>
              <p:nvPr>
                <p:ph idx="1"/>
              </p:nvPr>
            </p:nvSpPr>
            <p:spPr>
              <a:xfrm>
                <a:off x="643468" y="2638044"/>
                <a:ext cx="3363974" cy="3415622"/>
              </a:xfrm>
              <a:blipFill>
                <a:blip r:embed="rId2"/>
                <a:stretch>
                  <a:fillRect l="-363" t="-1429"/>
                </a:stretch>
              </a:blipFill>
            </p:spPr>
            <p:txBody>
              <a:bodyPr/>
              <a:lstStyle/>
              <a:p>
                <a:r>
                  <a:rPr lang="en-US">
                    <a:noFill/>
                  </a:rPr>
                  <a:t> </a:t>
                </a:r>
              </a:p>
            </p:txBody>
          </p:sp>
        </mc:Fallback>
      </mc:AlternateContent>
      <p:pic>
        <p:nvPicPr>
          <p:cNvPr id="10" name="Picture 9" descr="A graph of a distribution of a number of bars&#10;&#10;AI-generated content may be incorrect.">
            <a:extLst>
              <a:ext uri="{FF2B5EF4-FFF2-40B4-BE49-F238E27FC236}">
                <a16:creationId xmlns:a16="http://schemas.microsoft.com/office/drawing/2014/main" id="{F4A6AE37-6342-4EEE-7C7B-3BFE3F0B4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0201" y="113424"/>
            <a:ext cx="5225892" cy="3919418"/>
          </a:xfrm>
          <a:prstGeom prst="rect">
            <a:avLst/>
          </a:prstGeom>
          <a:effectLst>
            <a:outerShdw blurRad="50800" dist="38100" dir="2700000" algn="tl" rotWithShape="0">
              <a:prstClr val="black">
                <a:alpha val="40000"/>
              </a:prstClr>
            </a:outerShdw>
          </a:effectLst>
        </p:spPr>
      </p:pic>
      <p:pic>
        <p:nvPicPr>
          <p:cNvPr id="5" name="Picture 4" descr="A white grid with black text and numbers&#10;&#10;AI-generated content may be incorrect.">
            <a:extLst>
              <a:ext uri="{FF2B5EF4-FFF2-40B4-BE49-F238E27FC236}">
                <a16:creationId xmlns:a16="http://schemas.microsoft.com/office/drawing/2014/main" id="{1E794D46-9C14-B61A-A842-74D777B4D09A}"/>
              </a:ext>
            </a:extLst>
          </p:cNvPr>
          <p:cNvPicPr>
            <a:picLocks noChangeAspect="1"/>
          </p:cNvPicPr>
          <p:nvPr/>
        </p:nvPicPr>
        <p:blipFill>
          <a:blip r:embed="rId4"/>
          <a:stretch>
            <a:fillRect/>
          </a:stretch>
        </p:blipFill>
        <p:spPr>
          <a:xfrm>
            <a:off x="6567961" y="4316954"/>
            <a:ext cx="3478247" cy="826084"/>
          </a:xfrm>
          <a:prstGeom prst="rect">
            <a:avLst/>
          </a:prstGeom>
          <a:effectLst>
            <a:outerShdw blurRad="50800" dist="38100" dir="2700000" algn="tl" rotWithShape="0">
              <a:prstClr val="black">
                <a:alpha val="40000"/>
              </a:prstClr>
            </a:outerShdw>
          </a:effectLst>
        </p:spPr>
      </p:pic>
      <p:pic>
        <p:nvPicPr>
          <p:cNvPr id="7" name="Picture 6" descr="A screenshot of a graph&#10;&#10;AI-generated content may be incorrect.">
            <a:extLst>
              <a:ext uri="{FF2B5EF4-FFF2-40B4-BE49-F238E27FC236}">
                <a16:creationId xmlns:a16="http://schemas.microsoft.com/office/drawing/2014/main" id="{341BA165-4945-647C-5728-984919E60E0F}"/>
              </a:ext>
            </a:extLst>
          </p:cNvPr>
          <p:cNvPicPr>
            <a:picLocks noChangeAspect="1"/>
          </p:cNvPicPr>
          <p:nvPr/>
        </p:nvPicPr>
        <p:blipFill>
          <a:blip r:embed="rId5"/>
          <a:stretch>
            <a:fillRect/>
          </a:stretch>
        </p:blipFill>
        <p:spPr>
          <a:xfrm>
            <a:off x="5019577" y="5337129"/>
            <a:ext cx="3392903" cy="990146"/>
          </a:xfrm>
          <a:prstGeom prst="rect">
            <a:avLst/>
          </a:prstGeom>
          <a:effectLst>
            <a:outerShdw blurRad="50800" dist="38100" dir="2700000" algn="tl" rotWithShape="0">
              <a:prstClr val="black">
                <a:alpha val="40000"/>
              </a:prstClr>
            </a:outerShdw>
          </a:effectLst>
        </p:spPr>
      </p:pic>
      <p:pic>
        <p:nvPicPr>
          <p:cNvPr id="9" name="Picture 8" descr="A screenshot of a graph&#10;&#10;AI-generated content may be incorrect.">
            <a:extLst>
              <a:ext uri="{FF2B5EF4-FFF2-40B4-BE49-F238E27FC236}">
                <a16:creationId xmlns:a16="http://schemas.microsoft.com/office/drawing/2014/main" id="{23C29EB1-3446-08E7-81A7-F64061E2F79F}"/>
              </a:ext>
            </a:extLst>
          </p:cNvPr>
          <p:cNvPicPr>
            <a:picLocks noChangeAspect="1"/>
          </p:cNvPicPr>
          <p:nvPr/>
        </p:nvPicPr>
        <p:blipFill>
          <a:blip r:embed="rId6"/>
          <a:stretch>
            <a:fillRect/>
          </a:stretch>
        </p:blipFill>
        <p:spPr>
          <a:xfrm>
            <a:off x="8547100" y="5317738"/>
            <a:ext cx="3145028" cy="10289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92496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71F-10DC-78CD-4B49-4166067D7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A2E29-D487-E735-DE59-7F3280D0588B}"/>
              </a:ext>
            </a:extLst>
          </p:cNvPr>
          <p:cNvSpPr>
            <a:spLocks noGrp="1"/>
          </p:cNvSpPr>
          <p:nvPr>
            <p:ph type="title"/>
          </p:nvPr>
        </p:nvSpPr>
        <p:spPr>
          <a:xfrm>
            <a:off x="2231136" y="86868"/>
            <a:ext cx="7729728" cy="992124"/>
          </a:xfrm>
        </p:spPr>
        <p:txBody>
          <a:bodyPr/>
          <a:lstStyle/>
          <a:p>
            <a:r>
              <a:rPr lang="en-US"/>
              <a:t>Model 1 Creation</a:t>
            </a:r>
          </a:p>
        </p:txBody>
      </p:sp>
      <p:sp>
        <p:nvSpPr>
          <p:cNvPr id="3" name="Content Placeholder 2">
            <a:extLst>
              <a:ext uri="{FF2B5EF4-FFF2-40B4-BE49-F238E27FC236}">
                <a16:creationId xmlns:a16="http://schemas.microsoft.com/office/drawing/2014/main" id="{21ACD598-F2F6-2867-B3EF-344D11650165}"/>
              </a:ext>
            </a:extLst>
          </p:cNvPr>
          <p:cNvSpPr>
            <a:spLocks noGrp="1"/>
          </p:cNvSpPr>
          <p:nvPr>
            <p:ph idx="1"/>
          </p:nvPr>
        </p:nvSpPr>
        <p:spPr>
          <a:xfrm>
            <a:off x="529942" y="1520375"/>
            <a:ext cx="5305806" cy="4350258"/>
          </a:xfrm>
        </p:spPr>
        <p:txBody>
          <a:bodyPr>
            <a:normAutofit lnSpcReduction="10000"/>
          </a:bodyPr>
          <a:lstStyle/>
          <a:p>
            <a:r>
              <a:rPr lang="en-US"/>
              <a:t>Prior to adding covariate, passed HOV (p = 0.0849 &gt; 0.05)</a:t>
            </a:r>
          </a:p>
          <a:p>
            <a:r>
              <a:rPr lang="en-US"/>
              <a:t>The main effect of treatment on DOMI score was analyzed with several covariates</a:t>
            </a:r>
          </a:p>
          <a:p>
            <a:r>
              <a:rPr lang="en-US"/>
              <a:t>Model developed using stepwise deletion </a:t>
            </a:r>
          </a:p>
          <a:p>
            <a:r>
              <a:rPr lang="en-US"/>
              <a:t>Treatment determined to be non-significant regardless of model construction</a:t>
            </a:r>
          </a:p>
          <a:p>
            <a:pPr lvl="1"/>
            <a:r>
              <a:rPr lang="en-US"/>
              <a:t>Treatment selected a priori and thus retained in reduced model</a:t>
            </a:r>
          </a:p>
          <a:p>
            <a:r>
              <a:rPr lang="en-US"/>
              <a:t>Data transformations</a:t>
            </a:r>
          </a:p>
          <a:p>
            <a:pPr lvl="1"/>
            <a:r>
              <a:rPr lang="en-US"/>
              <a:t>Shift: DOMI + 0.1</a:t>
            </a:r>
          </a:p>
          <a:p>
            <a:pPr lvl="1"/>
            <a:r>
              <a:rPr lang="en-US" err="1"/>
              <a:t>BoxCox</a:t>
            </a:r>
            <a:r>
              <a:rPr lang="en-US"/>
              <a:t> Transform: best </a:t>
            </a:r>
            <a:r>
              <a:rPr lang="el-GR">
                <a:ea typeface="Calibri" panose="020F0502020204030204" pitchFamily="34" charset="0"/>
                <a:cs typeface="Calibri" panose="020F0502020204030204" pitchFamily="34" charset="0"/>
              </a:rPr>
              <a:t>λ</a:t>
            </a:r>
            <a:r>
              <a:rPr lang="en-US">
                <a:ea typeface="Calibri" panose="020F0502020204030204" pitchFamily="34" charset="0"/>
                <a:cs typeface="Calibri" panose="020F0502020204030204" pitchFamily="34" charset="0"/>
              </a:rPr>
              <a:t> = 0.25</a:t>
            </a:r>
          </a:p>
          <a:p>
            <a:pPr lvl="1"/>
            <a:r>
              <a:rPr lang="en-US">
                <a:ea typeface="Calibri" panose="020F0502020204030204" pitchFamily="34" charset="0"/>
                <a:cs typeface="Calibri" panose="020F0502020204030204" pitchFamily="34" charset="0"/>
              </a:rPr>
              <a:t>SW Normality after shift/transform: p = 0.0409</a:t>
            </a:r>
          </a:p>
          <a:p>
            <a:pPr marL="0" indent="0">
              <a:buNone/>
            </a:pPr>
            <a:endParaRPr lang="en-US"/>
          </a:p>
        </p:txBody>
      </p:sp>
      <p:sp>
        <p:nvSpPr>
          <p:cNvPr id="13" name="TextBox 12">
            <a:extLst>
              <a:ext uri="{FF2B5EF4-FFF2-40B4-BE49-F238E27FC236}">
                <a16:creationId xmlns:a16="http://schemas.microsoft.com/office/drawing/2014/main" id="{BCC0C980-C6DA-D827-8B80-1DF443E4D24B}"/>
              </a:ext>
            </a:extLst>
          </p:cNvPr>
          <p:cNvSpPr txBox="1"/>
          <p:nvPr/>
        </p:nvSpPr>
        <p:spPr>
          <a:xfrm>
            <a:off x="387144" y="5940453"/>
            <a:ext cx="11605281" cy="923330"/>
          </a:xfrm>
          <a:prstGeom prst="rect">
            <a:avLst/>
          </a:prstGeom>
          <a:noFill/>
        </p:spPr>
        <p:txBody>
          <a:bodyPr wrap="square" rtlCol="0">
            <a:spAutoFit/>
          </a:bodyPr>
          <a:lstStyle/>
          <a:p>
            <a:r>
              <a:rPr lang="en-US" b="1"/>
              <a:t>NOTE: </a:t>
            </a:r>
            <a:r>
              <a:rPr lang="en-US"/>
              <a:t>Residuals of model I for DOMI were unable to be normalized despite shifting and completing a box-cox transformation; any interpretations from this model should be considered with caution due to this violation of normality assumption</a:t>
            </a:r>
          </a:p>
        </p:txBody>
      </p:sp>
      <p:graphicFrame>
        <p:nvGraphicFramePr>
          <p:cNvPr id="5" name="Table 4">
            <a:extLst>
              <a:ext uri="{FF2B5EF4-FFF2-40B4-BE49-F238E27FC236}">
                <a16:creationId xmlns:a16="http://schemas.microsoft.com/office/drawing/2014/main" id="{285FD7E3-962A-2E8B-3CEF-E1336C960007}"/>
              </a:ext>
            </a:extLst>
          </p:cNvPr>
          <p:cNvGraphicFramePr>
            <a:graphicFrameLocks noGrp="1"/>
          </p:cNvGraphicFramePr>
          <p:nvPr>
            <p:extLst>
              <p:ext uri="{D42A27DB-BD31-4B8C-83A1-F6EECF244321}">
                <p14:modId xmlns:p14="http://schemas.microsoft.com/office/powerpoint/2010/main" val="1832526307"/>
              </p:ext>
            </p:extLst>
          </p:nvPr>
        </p:nvGraphicFramePr>
        <p:xfrm>
          <a:off x="6096000" y="2783906"/>
          <a:ext cx="5837428" cy="31699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128331">
                  <a:extLst>
                    <a:ext uri="{9D8B030D-6E8A-4147-A177-3AD203B41FA5}">
                      <a16:colId xmlns:a16="http://schemas.microsoft.com/office/drawing/2014/main" val="2209217519"/>
                    </a:ext>
                  </a:extLst>
                </a:gridCol>
                <a:gridCol w="2709097">
                  <a:extLst>
                    <a:ext uri="{9D8B030D-6E8A-4147-A177-3AD203B41FA5}">
                      <a16:colId xmlns:a16="http://schemas.microsoft.com/office/drawing/2014/main" val="4061407529"/>
                    </a:ext>
                  </a:extLst>
                </a:gridCol>
              </a:tblGrid>
              <a:tr h="182646">
                <a:tc>
                  <a:txBody>
                    <a:bodyPr/>
                    <a:lstStyle/>
                    <a:p>
                      <a:r>
                        <a:rPr lang="en-US" sz="1400"/>
                        <a:t>Measure/Scale Name</a:t>
                      </a:r>
                    </a:p>
                  </a:txBody>
                  <a:tcPr/>
                </a:tc>
                <a:tc>
                  <a:txBody>
                    <a:bodyPr/>
                    <a:lstStyle/>
                    <a:p>
                      <a:r>
                        <a:rPr lang="en-US" sz="1400"/>
                        <a:t>Variable</a:t>
                      </a:r>
                    </a:p>
                  </a:txBody>
                  <a:tcPr/>
                </a:tc>
                <a:extLst>
                  <a:ext uri="{0D108BD9-81ED-4DB2-BD59-A6C34878D82A}">
                    <a16:rowId xmlns:a16="http://schemas.microsoft.com/office/drawing/2014/main" val="507326312"/>
                  </a:ext>
                </a:extLst>
              </a:tr>
              <a:tr h="245055">
                <a:tc>
                  <a:txBody>
                    <a:bodyPr/>
                    <a:lstStyle/>
                    <a:p>
                      <a:r>
                        <a:rPr lang="en-US" sz="1400"/>
                        <a:t>Treatment Condition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a:t>1 = IDC / 2 = CT / 3 = SE / 4 = GDC</a:t>
                      </a:r>
                      <a:endParaRPr lang="en-US" sz="1400"/>
                    </a:p>
                  </a:txBody>
                  <a:tcPr/>
                </a:tc>
                <a:tc>
                  <a:txBody>
                    <a:bodyPr/>
                    <a:lstStyle/>
                    <a:p>
                      <a:r>
                        <a:rPr lang="en-US" sz="1400"/>
                        <a:t>TX_COND </a:t>
                      </a:r>
                    </a:p>
                  </a:txBody>
                  <a:tcPr/>
                </a:tc>
                <a:extLst>
                  <a:ext uri="{0D108BD9-81ED-4DB2-BD59-A6C34878D82A}">
                    <a16:rowId xmlns:a16="http://schemas.microsoft.com/office/drawing/2014/main" val="1147655539"/>
                  </a:ext>
                </a:extLst>
              </a:tr>
              <a:tr h="133409">
                <a:tc>
                  <a:txBody>
                    <a:bodyPr/>
                    <a:lstStyle/>
                    <a:p>
                      <a:r>
                        <a:rPr lang="en-US" sz="1400"/>
                        <a:t>Beck Global Severity Index</a:t>
                      </a:r>
                    </a:p>
                  </a:txBody>
                  <a:tcPr/>
                </a:tc>
                <a:tc>
                  <a:txBody>
                    <a:bodyPr/>
                    <a:lstStyle/>
                    <a:p>
                      <a:r>
                        <a:rPr lang="en-US" sz="1400"/>
                        <a:t>GSI</a:t>
                      </a:r>
                    </a:p>
                  </a:txBody>
                  <a:tcPr/>
                </a:tc>
                <a:extLst>
                  <a:ext uri="{0D108BD9-81ED-4DB2-BD59-A6C34878D82A}">
                    <a16:rowId xmlns:a16="http://schemas.microsoft.com/office/drawing/2014/main" val="3151397662"/>
                  </a:ext>
                </a:extLst>
              </a:tr>
              <a:tr h="322109">
                <a:tc>
                  <a:txBody>
                    <a:bodyPr/>
                    <a:lstStyle/>
                    <a:p>
                      <a:r>
                        <a:rPr lang="en-US" sz="1400"/>
                        <a:t>Self Understanding Interpersonal Problems – Recognition </a:t>
                      </a:r>
                    </a:p>
                  </a:txBody>
                  <a:tcPr/>
                </a:tc>
                <a:tc>
                  <a:txBody>
                    <a:bodyPr/>
                    <a:lstStyle/>
                    <a:p>
                      <a:r>
                        <a:rPr lang="en-US" sz="1400"/>
                        <a:t>SUIPR</a:t>
                      </a:r>
                    </a:p>
                  </a:txBody>
                  <a:tcPr/>
                </a:tc>
                <a:extLst>
                  <a:ext uri="{0D108BD9-81ED-4DB2-BD59-A6C34878D82A}">
                    <a16:rowId xmlns:a16="http://schemas.microsoft.com/office/drawing/2014/main" val="4119091681"/>
                  </a:ext>
                </a:extLst>
              </a:tr>
              <a:tr h="441684">
                <a:tc>
                  <a:txBody>
                    <a:bodyPr/>
                    <a:lstStyle/>
                    <a:p>
                      <a:r>
                        <a:rPr lang="en-US" sz="1400"/>
                        <a:t>Baseline Inventory of Interpersonal Problems – Dominance Subscale</a:t>
                      </a:r>
                    </a:p>
                  </a:txBody>
                  <a:tcPr/>
                </a:tc>
                <a:tc>
                  <a:txBody>
                    <a:bodyPr/>
                    <a:lstStyle/>
                    <a:p>
                      <a:r>
                        <a:rPr lang="en-US" sz="1400"/>
                        <a:t>PS_DOMI</a:t>
                      </a:r>
                    </a:p>
                  </a:txBody>
                  <a:tcPr/>
                </a:tc>
                <a:extLst>
                  <a:ext uri="{0D108BD9-81ED-4DB2-BD59-A6C34878D82A}">
                    <a16:rowId xmlns:a16="http://schemas.microsoft.com/office/drawing/2014/main" val="2063695040"/>
                  </a:ext>
                </a:extLst>
              </a:tr>
              <a:tr h="441684">
                <a:tc>
                  <a:txBody>
                    <a:bodyPr/>
                    <a:lstStyle/>
                    <a:p>
                      <a:r>
                        <a:rPr lang="en-US" sz="1400"/>
                        <a:t>Baseline Inventory of Interpersonal Problems – Cold Subscale</a:t>
                      </a:r>
                    </a:p>
                  </a:txBody>
                  <a:tcPr/>
                </a:tc>
                <a:tc>
                  <a:txBody>
                    <a:bodyPr/>
                    <a:lstStyle/>
                    <a:p>
                      <a:r>
                        <a:rPr lang="en-US" sz="1400"/>
                        <a:t>PS_COLD</a:t>
                      </a:r>
                    </a:p>
                  </a:txBody>
                  <a:tcPr/>
                </a:tc>
                <a:extLst>
                  <a:ext uri="{0D108BD9-81ED-4DB2-BD59-A6C34878D82A}">
                    <a16:rowId xmlns:a16="http://schemas.microsoft.com/office/drawing/2014/main" val="3222963223"/>
                  </a:ext>
                </a:extLst>
              </a:tr>
              <a:tr h="441684">
                <a:tc>
                  <a:txBody>
                    <a:bodyPr/>
                    <a:lstStyle/>
                    <a:p>
                      <a:r>
                        <a:rPr lang="en-US" sz="1400"/>
                        <a:t>Baseline Inventory of Interpersonal Problems – Socially Avoidant Subscale</a:t>
                      </a:r>
                    </a:p>
                  </a:txBody>
                  <a:tcPr/>
                </a:tc>
                <a:tc>
                  <a:txBody>
                    <a:bodyPr/>
                    <a:lstStyle/>
                    <a:p>
                      <a:r>
                        <a:rPr lang="en-US" sz="1400"/>
                        <a:t>PS_SOAV</a:t>
                      </a:r>
                    </a:p>
                  </a:txBody>
                  <a:tcPr/>
                </a:tc>
                <a:extLst>
                  <a:ext uri="{0D108BD9-81ED-4DB2-BD59-A6C34878D82A}">
                    <a16:rowId xmlns:a16="http://schemas.microsoft.com/office/drawing/2014/main" val="3296429079"/>
                  </a:ext>
                </a:extLst>
              </a:tr>
            </a:tbl>
          </a:graphicData>
        </a:graphic>
      </p:graphicFrame>
      <p:pic>
        <p:nvPicPr>
          <p:cNvPr id="11" name="Picture 10">
            <a:extLst>
              <a:ext uri="{FF2B5EF4-FFF2-40B4-BE49-F238E27FC236}">
                <a16:creationId xmlns:a16="http://schemas.microsoft.com/office/drawing/2014/main" id="{845C4050-1227-42BF-610D-405676A300A8}"/>
              </a:ext>
            </a:extLst>
          </p:cNvPr>
          <p:cNvPicPr>
            <a:picLocks noChangeAspect="1"/>
          </p:cNvPicPr>
          <p:nvPr/>
        </p:nvPicPr>
        <p:blipFill>
          <a:blip r:embed="rId3"/>
          <a:stretch>
            <a:fillRect/>
          </a:stretch>
        </p:blipFill>
        <p:spPr>
          <a:xfrm>
            <a:off x="6460269" y="1130807"/>
            <a:ext cx="5108891" cy="1676545"/>
          </a:xfrm>
          <a:prstGeom prst="rect">
            <a:avLst/>
          </a:prstGeom>
        </p:spPr>
      </p:pic>
    </p:spTree>
    <p:extLst>
      <p:ext uri="{BB962C8B-B14F-4D97-AF65-F5344CB8AC3E}">
        <p14:creationId xmlns:p14="http://schemas.microsoft.com/office/powerpoint/2010/main" val="191580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8B40-F6B0-DF86-10A4-1C8856ECECAC}"/>
              </a:ext>
            </a:extLst>
          </p:cNvPr>
          <p:cNvSpPr>
            <a:spLocks noGrp="1"/>
          </p:cNvSpPr>
          <p:nvPr>
            <p:ph type="title"/>
          </p:nvPr>
        </p:nvSpPr>
        <p:spPr>
          <a:xfrm>
            <a:off x="2231136" y="86868"/>
            <a:ext cx="7729728" cy="992124"/>
          </a:xfrm>
        </p:spPr>
        <p:txBody>
          <a:bodyPr/>
          <a:lstStyle/>
          <a:p>
            <a:r>
              <a:rPr lang="en-US"/>
              <a:t>Model 2 Creation</a:t>
            </a:r>
          </a:p>
        </p:txBody>
      </p:sp>
      <p:sp>
        <p:nvSpPr>
          <p:cNvPr id="3" name="Content Placeholder 2">
            <a:extLst>
              <a:ext uri="{FF2B5EF4-FFF2-40B4-BE49-F238E27FC236}">
                <a16:creationId xmlns:a16="http://schemas.microsoft.com/office/drawing/2014/main" id="{FF6CEFC1-1DB6-14F6-696A-C5612CF0C936}"/>
              </a:ext>
            </a:extLst>
          </p:cNvPr>
          <p:cNvSpPr>
            <a:spLocks noGrp="1"/>
          </p:cNvSpPr>
          <p:nvPr>
            <p:ph idx="1"/>
          </p:nvPr>
        </p:nvSpPr>
        <p:spPr>
          <a:xfrm>
            <a:off x="272033" y="2027448"/>
            <a:ext cx="6150425" cy="4350258"/>
          </a:xfrm>
        </p:spPr>
        <p:txBody>
          <a:bodyPr>
            <a:normAutofit/>
          </a:bodyPr>
          <a:lstStyle/>
          <a:p>
            <a:r>
              <a:rPr lang="en-US"/>
              <a:t>The relationship between the interaction of treatment condition and type of cocaine used and patients’ DOMI scores was analyzed</a:t>
            </a:r>
          </a:p>
          <a:p>
            <a:r>
              <a:rPr lang="en-US"/>
              <a:t>Model developed from a priori hypothesis rather than data fit driven approach</a:t>
            </a:r>
          </a:p>
          <a:p>
            <a:r>
              <a:rPr lang="en-US"/>
              <a:t>Data transformations</a:t>
            </a:r>
          </a:p>
          <a:p>
            <a:pPr lvl="1"/>
            <a:r>
              <a:rPr lang="en-US"/>
              <a:t>Shift: DOMI + 0.1</a:t>
            </a:r>
          </a:p>
          <a:p>
            <a:pPr lvl="1"/>
            <a:r>
              <a:rPr lang="en-US" err="1"/>
              <a:t>BoxCox</a:t>
            </a:r>
            <a:r>
              <a:rPr lang="en-US"/>
              <a:t> Transform: best </a:t>
            </a:r>
            <a:r>
              <a:rPr lang="el-GR">
                <a:ea typeface="Calibri" panose="020F0502020204030204" pitchFamily="34" charset="0"/>
                <a:cs typeface="Calibri" panose="020F0502020204030204" pitchFamily="34" charset="0"/>
              </a:rPr>
              <a:t>λ</a:t>
            </a:r>
            <a:r>
              <a:rPr lang="en-US">
                <a:ea typeface="Calibri" panose="020F0502020204030204" pitchFamily="34" charset="0"/>
                <a:cs typeface="Calibri" panose="020F0502020204030204" pitchFamily="34" charset="0"/>
              </a:rPr>
              <a:t> = 0.25</a:t>
            </a:r>
          </a:p>
          <a:p>
            <a:pPr lvl="1"/>
            <a:r>
              <a:rPr lang="en-US">
                <a:ea typeface="Calibri" panose="020F0502020204030204" pitchFamily="34" charset="0"/>
                <a:cs typeface="Calibri" panose="020F0502020204030204" pitchFamily="34" charset="0"/>
              </a:rPr>
              <a:t>SW Normality after shift/transform: p &lt; 0.010</a:t>
            </a:r>
          </a:p>
          <a:p>
            <a:pPr marL="0" indent="0">
              <a:buNone/>
            </a:pPr>
            <a:endParaRPr lang="en-US"/>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07030B6-BBAE-29AE-56A9-2657F9E221B8}"/>
                  </a:ext>
                </a:extLst>
              </p:cNvPr>
              <p:cNvSpPr txBox="1"/>
              <p:nvPr/>
            </p:nvSpPr>
            <p:spPr>
              <a:xfrm>
                <a:off x="6472312" y="1548150"/>
                <a:ext cx="5447655" cy="2229050"/>
              </a:xfrm>
              <a:prstGeom prst="roundRect">
                <a:avLst/>
              </a:prstGeom>
              <a:solidFill>
                <a:schemeClr val="bg1"/>
              </a:solidFill>
              <a:ln w="12700">
                <a:solidFill>
                  <a:schemeClr val="accent1"/>
                </a:solidFill>
              </a:ln>
              <a:effectLst>
                <a:outerShdw blurRad="50800" dist="38100" dir="2700000" algn="tl" rotWithShape="0">
                  <a:prstClr val="black">
                    <a:alpha val="40000"/>
                  </a:prstClr>
                </a:outerShdw>
              </a:effectLst>
            </p:spPr>
            <p:txBody>
              <a:bodyPr wrap="square" lIns="0" tIns="0" rIns="0" bIns="0" rtlCol="0">
                <a:spAutoFit/>
              </a:bodyPr>
              <a:lstStyle/>
              <a:p>
                <a:r>
                  <a:rPr lang="en-US"/>
                  <a:t>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𝐼𝑛𝑡𝑒𝑟𝑐𝑒𝑝𝑡</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𝐼𝐷𝐶</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𝑡𝑥𝑐𝑜𝑛𝑑</m:t>
                        </m:r>
                        <m:r>
                          <a:rPr lang="en-US" i="1">
                            <a:latin typeface="Cambria Math" panose="02040503050406030204" pitchFamily="18" charset="0"/>
                          </a:rPr>
                          <m:t>=</m:t>
                        </m:r>
                        <m:r>
                          <a:rPr lang="en-US" b="0" i="1" smtClean="0">
                            <a:latin typeface="Cambria Math" panose="02040503050406030204" pitchFamily="18" charset="0"/>
                          </a:rPr>
                          <m:t>𝐼𝐷𝐶</m:t>
                        </m:r>
                      </m:sub>
                    </m:sSub>
                  </m:oMath>
                </a14:m>
                <a:endParaRPr lang="en-US" i="1">
                  <a:latin typeface="Cambria Math" panose="02040503050406030204" pitchFamily="18" charset="0"/>
                </a:endParaRPr>
              </a:p>
              <a:p>
                <a:r>
                  <a:rPr lang="en-US" b="0"/>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𝐶𝑇</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𝑡𝑥𝑐𝑜𝑛𝑑</m:t>
                        </m:r>
                        <m:r>
                          <a:rPr lang="en-US" i="1">
                            <a:latin typeface="Cambria Math" panose="02040503050406030204" pitchFamily="18" charset="0"/>
                          </a:rPr>
                          <m:t>=</m:t>
                        </m:r>
                        <m:r>
                          <a:rPr lang="en-US" b="0" i="1" smtClean="0">
                            <a:latin typeface="Cambria Math" panose="02040503050406030204" pitchFamily="18" charset="0"/>
                          </a:rPr>
                          <m:t>𝐶𝑇</m:t>
                        </m:r>
                      </m:sub>
                    </m:sSub>
                  </m:oMath>
                </a14:m>
                <a:endParaRPr lang="en-US" i="1">
                  <a:latin typeface="Cambria Math" panose="02040503050406030204" pitchFamily="18" charset="0"/>
                </a:endParaRPr>
              </a:p>
              <a:p>
                <a:r>
                  <a:rPr lang="en-US" b="0"/>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𝑆𝐸</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𝑡𝑥𝑐𝑜𝑛𝑑</m:t>
                        </m:r>
                        <m:r>
                          <a:rPr lang="en-US" i="1">
                            <a:latin typeface="Cambria Math" panose="02040503050406030204" pitchFamily="18" charset="0"/>
                          </a:rPr>
                          <m:t>=</m:t>
                        </m:r>
                        <m:r>
                          <a:rPr lang="en-US" b="0" i="1" smtClean="0">
                            <a:latin typeface="Cambria Math" panose="02040503050406030204" pitchFamily="18" charset="0"/>
                          </a:rPr>
                          <m:t>𝑆𝐸</m:t>
                        </m:r>
                      </m:sub>
                    </m:sSub>
                    <m:r>
                      <a:rPr lang="en-US" b="0" i="1" smtClean="0">
                        <a:latin typeface="Cambria Math" panose="02040503050406030204" pitchFamily="18" charset="0"/>
                      </a:rPr>
                      <m:t> </m:t>
                    </m:r>
                  </m:oMath>
                </a14:m>
                <a:endParaRPr lang="en-US" b="0" i="1">
                  <a:latin typeface="Cambria Math" panose="02040503050406030204" pitchFamily="18" charset="0"/>
                </a:endParaRPr>
              </a:p>
              <a:p>
                <a:r>
                  <a:rPr lang="en-US" b="0"/>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𝐶𝑟𝑎𝑐𝑘</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𝑁𝑜</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𝑐𝑟𝑎𝑐𝑘</m:t>
                        </m:r>
                        <m:r>
                          <a:rPr lang="en-US" b="0" i="1" smtClean="0">
                            <a:latin typeface="Cambria Math" panose="02040503050406030204" pitchFamily="18" charset="0"/>
                          </a:rPr>
                          <m:t>=</m:t>
                        </m:r>
                        <m:r>
                          <a:rPr lang="en-US" b="0" i="1" smtClean="0">
                            <a:latin typeface="Cambria Math" panose="02040503050406030204" pitchFamily="18" charset="0"/>
                          </a:rPr>
                          <m:t>𝑁𝑜</m:t>
                        </m:r>
                      </m:sub>
                    </m:sSub>
                  </m:oMath>
                </a14:m>
                <a:br>
                  <a:rPr lang="en-US" i="1">
                    <a:latin typeface="Cambria Math" panose="02040503050406030204" pitchFamily="18" charset="0"/>
                  </a:rPr>
                </a:br>
                <a:r>
                  <a:rPr lang="en-US" i="1">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𝐼𝐷𝐶</m:t>
                        </m:r>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𝑐𝑟𝑎𝑐𝑘</m:t>
                        </m:r>
                        <m:r>
                          <a:rPr lang="en-US" b="0" i="1" smtClean="0">
                            <a:latin typeface="Cambria Math" panose="02040503050406030204" pitchFamily="18" charset="0"/>
                            <a:ea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𝑡𝑥𝑐𝑜𝑛𝑑</m:t>
                        </m:r>
                        <m:r>
                          <a:rPr lang="en-US" i="1">
                            <a:latin typeface="Cambria Math" panose="02040503050406030204" pitchFamily="18" charset="0"/>
                          </a:rPr>
                          <m:t>=</m:t>
                        </m:r>
                        <m:r>
                          <a:rPr lang="en-US" i="1">
                            <a:latin typeface="Cambria Math" panose="02040503050406030204" pitchFamily="18" charset="0"/>
                          </a:rPr>
                          <m:t>𝐼𝐷𝐶</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𝑐𝑟𝑎𝑐𝑘</m:t>
                        </m:r>
                        <m:r>
                          <a:rPr lang="en-US" b="0" i="1" smtClean="0">
                            <a:latin typeface="Cambria Math" panose="02040503050406030204" pitchFamily="18" charset="0"/>
                          </a:rPr>
                          <m:t>=</m:t>
                        </m:r>
                        <m:r>
                          <a:rPr lang="en-US" b="0" i="1" smtClean="0">
                            <a:latin typeface="Cambria Math" panose="02040503050406030204" pitchFamily="18" charset="0"/>
                          </a:rPr>
                          <m:t>𝑦𝑒𝑠</m:t>
                        </m:r>
                      </m:sub>
                    </m:sSub>
                  </m:oMath>
                </a14:m>
                <a:endParaRPr lang="en-US" i="1">
                  <a:latin typeface="Cambria Math" panose="02040503050406030204" pitchFamily="18" charset="0"/>
                </a:endParaRPr>
              </a:p>
              <a:p>
                <a:r>
                  <a:rPr lang="en-US" b="0"/>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𝐼𝐷𝐶</m:t>
                        </m:r>
                        <m:r>
                          <a:rPr lang="en-US" i="1">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𝑐𝑟𝑎𝑐𝑘</m:t>
                        </m:r>
                        <m:r>
                          <a:rPr lang="en-US" i="1">
                            <a:latin typeface="Cambria Math" panose="02040503050406030204" pitchFamily="18" charset="0"/>
                            <a:ea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𝑡𝑥𝑐𝑜𝑛𝑑</m:t>
                        </m:r>
                        <m:r>
                          <a:rPr lang="en-US" i="1">
                            <a:latin typeface="Cambria Math" panose="02040503050406030204" pitchFamily="18" charset="0"/>
                          </a:rPr>
                          <m:t>=</m:t>
                        </m:r>
                        <m:r>
                          <a:rPr lang="en-US" i="1">
                            <a:latin typeface="Cambria Math" panose="02040503050406030204" pitchFamily="18" charset="0"/>
                          </a:rPr>
                          <m:t>𝐶𝑇</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𝑐𝑟𝑎𝑐𝑘</m:t>
                        </m:r>
                        <m:r>
                          <a:rPr lang="en-US" i="1">
                            <a:latin typeface="Cambria Math" panose="02040503050406030204" pitchFamily="18" charset="0"/>
                          </a:rPr>
                          <m:t>=</m:t>
                        </m:r>
                        <m:r>
                          <a:rPr lang="en-US" i="1">
                            <a:latin typeface="Cambria Math" panose="02040503050406030204" pitchFamily="18" charset="0"/>
                          </a:rPr>
                          <m:t>𝑦𝑒𝑠</m:t>
                        </m:r>
                      </m:sub>
                    </m:sSub>
                  </m:oMath>
                </a14:m>
                <a:endParaRPr lang="en-US" i="1">
                  <a:latin typeface="Cambria Math" panose="02040503050406030204" pitchFamily="18" charset="0"/>
                </a:endParaRPr>
              </a:p>
              <a:p>
                <a:r>
                  <a:rPr lang="en-US" b="0"/>
                  <a:t>		</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𝑡𝑥𝑐𝑜𝑛𝑑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𝐼𝐷𝐶</m:t>
                        </m:r>
                        <m:r>
                          <a:rPr lang="en-US" i="1">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𝑐𝑟𝑎𝑐𝑘</m:t>
                        </m:r>
                        <m:r>
                          <a:rPr lang="en-US" i="1">
                            <a:latin typeface="Cambria Math" panose="02040503050406030204" pitchFamily="18" charset="0"/>
                            <a:ea typeface="Cambria Math" panose="02040503050406030204" pitchFamily="18" charset="0"/>
                          </a:rPr>
                          <m:t>=0</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𝑡𝑥𝑐𝑜𝑛𝑑</m:t>
                        </m:r>
                        <m:r>
                          <a:rPr lang="en-US" i="1">
                            <a:latin typeface="Cambria Math" panose="02040503050406030204" pitchFamily="18" charset="0"/>
                          </a:rPr>
                          <m:t>=</m:t>
                        </m:r>
                        <m:r>
                          <a:rPr lang="en-US" b="0" i="1" smtClean="0">
                            <a:latin typeface="Cambria Math" panose="02040503050406030204" pitchFamily="18" charset="0"/>
                          </a:rPr>
                          <m:t>𝑆𝐸</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𝑐𝑟𝑎𝑐𝑘</m:t>
                        </m:r>
                        <m:r>
                          <a:rPr lang="en-US" i="1">
                            <a:latin typeface="Cambria Math" panose="02040503050406030204" pitchFamily="18" charset="0"/>
                          </a:rPr>
                          <m:t>=</m:t>
                        </m:r>
                        <m:r>
                          <a:rPr lang="en-US" i="1">
                            <a:latin typeface="Cambria Math" panose="02040503050406030204" pitchFamily="18" charset="0"/>
                          </a:rPr>
                          <m:t>𝑦𝑒𝑠</m:t>
                        </m:r>
                      </m:sub>
                    </m:sSub>
                  </m:oMath>
                </a14:m>
                <a:endParaRPr lang="en-US"/>
              </a:p>
            </p:txBody>
          </p:sp>
        </mc:Choice>
        <mc:Fallback>
          <p:sp>
            <p:nvSpPr>
              <p:cNvPr id="12" name="TextBox 11">
                <a:extLst>
                  <a:ext uri="{FF2B5EF4-FFF2-40B4-BE49-F238E27FC236}">
                    <a16:creationId xmlns:a16="http://schemas.microsoft.com/office/drawing/2014/main" id="{E07030B6-BBAE-29AE-56A9-2657F9E221B8}"/>
                  </a:ext>
                </a:extLst>
              </p:cNvPr>
              <p:cNvSpPr txBox="1">
                <a:spLocks noRot="1" noChangeAspect="1" noMove="1" noResize="1" noEditPoints="1" noAdjustHandles="1" noChangeArrowheads="1" noChangeShapeType="1" noTextEdit="1"/>
              </p:cNvSpPr>
              <p:nvPr/>
            </p:nvSpPr>
            <p:spPr>
              <a:xfrm>
                <a:off x="6472312" y="1548150"/>
                <a:ext cx="5447655" cy="2229050"/>
              </a:xfrm>
              <a:prstGeom prst="roundRect">
                <a:avLst/>
              </a:prstGeom>
              <a:blipFill>
                <a:blip r:embed="rId3"/>
                <a:stretch>
                  <a:fillRect/>
                </a:stretch>
              </a:blipFill>
              <a:ln w="12700">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3" name="TextBox 12">
            <a:extLst>
              <a:ext uri="{FF2B5EF4-FFF2-40B4-BE49-F238E27FC236}">
                <a16:creationId xmlns:a16="http://schemas.microsoft.com/office/drawing/2014/main" id="{2F9910DA-BA88-8BF5-9322-013FCAEAF9D5}"/>
              </a:ext>
            </a:extLst>
          </p:cNvPr>
          <p:cNvSpPr txBox="1"/>
          <p:nvPr/>
        </p:nvSpPr>
        <p:spPr>
          <a:xfrm>
            <a:off x="416023" y="5602986"/>
            <a:ext cx="11503944" cy="923330"/>
          </a:xfrm>
          <a:prstGeom prst="rect">
            <a:avLst/>
          </a:prstGeom>
          <a:noFill/>
        </p:spPr>
        <p:txBody>
          <a:bodyPr wrap="square" rtlCol="0">
            <a:spAutoFit/>
          </a:bodyPr>
          <a:lstStyle/>
          <a:p>
            <a:r>
              <a:rPr lang="en-US" b="1"/>
              <a:t>NOTE: </a:t>
            </a:r>
            <a:r>
              <a:rPr lang="en-US"/>
              <a:t>Residuals of model II for DOMI were unable to be normalized despite shifting and completing a box-cox transformation; any interpretations from this model should be considered with caution due to this violation of normality assumption</a:t>
            </a:r>
          </a:p>
        </p:txBody>
      </p:sp>
      <p:graphicFrame>
        <p:nvGraphicFramePr>
          <p:cNvPr id="14" name="Table 13">
            <a:extLst>
              <a:ext uri="{FF2B5EF4-FFF2-40B4-BE49-F238E27FC236}">
                <a16:creationId xmlns:a16="http://schemas.microsoft.com/office/drawing/2014/main" id="{AFACD297-39CB-88C4-BCCA-CA808D3E66C8}"/>
              </a:ext>
            </a:extLst>
          </p:cNvPr>
          <p:cNvGraphicFramePr>
            <a:graphicFrameLocks noGrp="1"/>
          </p:cNvGraphicFramePr>
          <p:nvPr>
            <p:extLst>
              <p:ext uri="{D42A27DB-BD31-4B8C-83A1-F6EECF244321}">
                <p14:modId xmlns:p14="http://schemas.microsoft.com/office/powerpoint/2010/main" val="4291453598"/>
              </p:ext>
            </p:extLst>
          </p:nvPr>
        </p:nvGraphicFramePr>
        <p:xfrm>
          <a:off x="6614161" y="3999210"/>
          <a:ext cx="5447655" cy="13106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866540">
                  <a:extLst>
                    <a:ext uri="{9D8B030D-6E8A-4147-A177-3AD203B41FA5}">
                      <a16:colId xmlns:a16="http://schemas.microsoft.com/office/drawing/2014/main" val="2209217519"/>
                    </a:ext>
                  </a:extLst>
                </a:gridCol>
                <a:gridCol w="1581115">
                  <a:extLst>
                    <a:ext uri="{9D8B030D-6E8A-4147-A177-3AD203B41FA5}">
                      <a16:colId xmlns:a16="http://schemas.microsoft.com/office/drawing/2014/main" val="4061407529"/>
                    </a:ext>
                  </a:extLst>
                </a:gridCol>
              </a:tblGrid>
              <a:tr h="182646">
                <a:tc>
                  <a:txBody>
                    <a:bodyPr/>
                    <a:lstStyle/>
                    <a:p>
                      <a:r>
                        <a:rPr lang="en-US" sz="1400"/>
                        <a:t>Measure/Scale Name</a:t>
                      </a:r>
                    </a:p>
                  </a:txBody>
                  <a:tcPr/>
                </a:tc>
                <a:tc>
                  <a:txBody>
                    <a:bodyPr/>
                    <a:lstStyle/>
                    <a:p>
                      <a:r>
                        <a:rPr lang="en-US" sz="1400"/>
                        <a:t>Variable</a:t>
                      </a:r>
                    </a:p>
                  </a:txBody>
                  <a:tcPr/>
                </a:tc>
                <a:extLst>
                  <a:ext uri="{0D108BD9-81ED-4DB2-BD59-A6C34878D82A}">
                    <a16:rowId xmlns:a16="http://schemas.microsoft.com/office/drawing/2014/main" val="507326312"/>
                  </a:ext>
                </a:extLst>
              </a:tr>
              <a:tr h="245055">
                <a:tc>
                  <a:txBody>
                    <a:bodyPr/>
                    <a:lstStyle/>
                    <a:p>
                      <a:r>
                        <a:rPr lang="en-US" sz="1400"/>
                        <a:t>Treatment Condition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a:t>1 = IDC / 2 = CT / 3 = SE / 4 = GDC</a:t>
                      </a:r>
                      <a:endParaRPr lang="en-US" sz="1400"/>
                    </a:p>
                  </a:txBody>
                  <a:tcPr/>
                </a:tc>
                <a:tc>
                  <a:txBody>
                    <a:bodyPr/>
                    <a:lstStyle/>
                    <a:p>
                      <a:r>
                        <a:rPr lang="en-US" sz="1400"/>
                        <a:t>TX_COND </a:t>
                      </a:r>
                    </a:p>
                  </a:txBody>
                  <a:tcPr/>
                </a:tc>
                <a:extLst>
                  <a:ext uri="{0D108BD9-81ED-4DB2-BD59-A6C34878D82A}">
                    <a16:rowId xmlns:a16="http://schemas.microsoft.com/office/drawing/2014/main" val="1147655539"/>
                  </a:ext>
                </a:extLst>
              </a:tr>
              <a:tr h="133409">
                <a:tc>
                  <a:txBody>
                    <a:bodyPr/>
                    <a:lstStyle/>
                    <a:p>
                      <a:r>
                        <a:rPr lang="en-US" sz="1400"/>
                        <a:t>Cocaine Use Type</a:t>
                      </a:r>
                    </a:p>
                    <a:p>
                      <a:pPr lvl="1"/>
                      <a:r>
                        <a:rPr lang="en-US" sz="1400"/>
                        <a:t>0 = standard cocaine / 1 = crack </a:t>
                      </a:r>
                    </a:p>
                  </a:txBody>
                  <a:tcPr/>
                </a:tc>
                <a:tc>
                  <a:txBody>
                    <a:bodyPr/>
                    <a:lstStyle/>
                    <a:p>
                      <a:r>
                        <a:rPr lang="en-US" sz="1400"/>
                        <a:t>CRACK</a:t>
                      </a:r>
                    </a:p>
                  </a:txBody>
                  <a:tcPr/>
                </a:tc>
                <a:extLst>
                  <a:ext uri="{0D108BD9-81ED-4DB2-BD59-A6C34878D82A}">
                    <a16:rowId xmlns:a16="http://schemas.microsoft.com/office/drawing/2014/main" val="3151397662"/>
                  </a:ext>
                </a:extLst>
              </a:tr>
            </a:tbl>
          </a:graphicData>
        </a:graphic>
      </p:graphicFrame>
    </p:spTree>
    <p:extLst>
      <p:ext uri="{BB962C8B-B14F-4D97-AF65-F5344CB8AC3E}">
        <p14:creationId xmlns:p14="http://schemas.microsoft.com/office/powerpoint/2010/main" val="2618546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F52B2-66AF-CF8D-9471-4C7348F6E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8715E-DD47-D6A3-C055-B1CFD274A6E9}"/>
              </a:ext>
            </a:extLst>
          </p:cNvPr>
          <p:cNvSpPr>
            <a:spLocks noGrp="1"/>
          </p:cNvSpPr>
          <p:nvPr>
            <p:ph type="title"/>
          </p:nvPr>
        </p:nvSpPr>
        <p:spPr>
          <a:xfrm>
            <a:off x="2231136" y="86868"/>
            <a:ext cx="7729728" cy="992124"/>
          </a:xfrm>
        </p:spPr>
        <p:txBody>
          <a:bodyPr/>
          <a:lstStyle/>
          <a:p>
            <a:r>
              <a:rPr lang="en-US"/>
              <a:t>Model 3 Creation</a:t>
            </a:r>
          </a:p>
        </p:txBody>
      </p:sp>
      <p:sp>
        <p:nvSpPr>
          <p:cNvPr id="3" name="Content Placeholder 2">
            <a:extLst>
              <a:ext uri="{FF2B5EF4-FFF2-40B4-BE49-F238E27FC236}">
                <a16:creationId xmlns:a16="http://schemas.microsoft.com/office/drawing/2014/main" id="{1FC1A084-E415-0AEA-422A-71B3E59AC6B5}"/>
              </a:ext>
            </a:extLst>
          </p:cNvPr>
          <p:cNvSpPr>
            <a:spLocks noGrp="1"/>
          </p:cNvSpPr>
          <p:nvPr>
            <p:ph idx="1"/>
          </p:nvPr>
        </p:nvSpPr>
        <p:spPr>
          <a:xfrm>
            <a:off x="272033" y="1901190"/>
            <a:ext cx="6206407" cy="4350258"/>
          </a:xfrm>
        </p:spPr>
        <p:txBody>
          <a:bodyPr>
            <a:normAutofit/>
          </a:bodyPr>
          <a:lstStyle/>
          <a:p>
            <a:r>
              <a:rPr lang="en-US"/>
              <a:t>The relationship between of “home stability” variables and DOMI score was analyzed</a:t>
            </a:r>
          </a:p>
          <a:p>
            <a:r>
              <a:rPr lang="en-US"/>
              <a:t>Model developed from a priori hypothesis rather than through a data driven approach</a:t>
            </a:r>
          </a:p>
          <a:p>
            <a:r>
              <a:rPr lang="en-US"/>
              <a:t>Data transformations</a:t>
            </a:r>
          </a:p>
          <a:p>
            <a:pPr lvl="1"/>
            <a:r>
              <a:rPr lang="en-US"/>
              <a:t>Shift: DOMI + 0.1</a:t>
            </a:r>
          </a:p>
          <a:p>
            <a:pPr lvl="1"/>
            <a:r>
              <a:rPr lang="en-US" err="1"/>
              <a:t>BoxCox</a:t>
            </a:r>
            <a:r>
              <a:rPr lang="en-US"/>
              <a:t> Transform: best </a:t>
            </a:r>
            <a:r>
              <a:rPr lang="el-GR">
                <a:ea typeface="Calibri" panose="020F0502020204030204" pitchFamily="34" charset="0"/>
                <a:cs typeface="Calibri" panose="020F0502020204030204" pitchFamily="34" charset="0"/>
              </a:rPr>
              <a:t>λ</a:t>
            </a:r>
            <a:r>
              <a:rPr lang="en-US">
                <a:ea typeface="Calibri" panose="020F0502020204030204" pitchFamily="34" charset="0"/>
                <a:cs typeface="Calibri" panose="020F0502020204030204" pitchFamily="34" charset="0"/>
              </a:rPr>
              <a:t> = 0.25</a:t>
            </a:r>
          </a:p>
          <a:p>
            <a:pPr lvl="1"/>
            <a:r>
              <a:rPr lang="en-US">
                <a:ea typeface="Calibri" panose="020F0502020204030204" pitchFamily="34" charset="0"/>
                <a:cs typeface="Calibri" panose="020F0502020204030204" pitchFamily="34" charset="0"/>
              </a:rPr>
              <a:t>SW Normality after shift/transform: p &lt; </a:t>
            </a:r>
            <a:r>
              <a:rPr lang="en-US"/>
              <a:t>0.0001</a:t>
            </a:r>
          </a:p>
        </p:txBody>
      </p:sp>
      <p:sp>
        <p:nvSpPr>
          <p:cNvPr id="13" name="TextBox 12">
            <a:extLst>
              <a:ext uri="{FF2B5EF4-FFF2-40B4-BE49-F238E27FC236}">
                <a16:creationId xmlns:a16="http://schemas.microsoft.com/office/drawing/2014/main" id="{003332FC-D76E-C03F-F2DD-63BCF76E55B5}"/>
              </a:ext>
            </a:extLst>
          </p:cNvPr>
          <p:cNvSpPr txBox="1"/>
          <p:nvPr/>
        </p:nvSpPr>
        <p:spPr>
          <a:xfrm>
            <a:off x="160548" y="5548306"/>
            <a:ext cx="11580348" cy="923330"/>
          </a:xfrm>
          <a:prstGeom prst="rect">
            <a:avLst/>
          </a:prstGeom>
          <a:noFill/>
        </p:spPr>
        <p:txBody>
          <a:bodyPr wrap="square" rtlCol="0">
            <a:spAutoFit/>
          </a:bodyPr>
          <a:lstStyle/>
          <a:p>
            <a:r>
              <a:rPr lang="en-US" b="1"/>
              <a:t>NOTE: </a:t>
            </a:r>
            <a:r>
              <a:rPr lang="en-US"/>
              <a:t>Residuals of model III for DOMI were unable to be normalized despite shifting and completing a box-cox transformation; any interpretations from this model should be considered with caution due to this violation of normality assumption</a:t>
            </a:r>
          </a:p>
        </p:txBody>
      </p:sp>
      <p:pic>
        <p:nvPicPr>
          <p:cNvPr id="4" name="Picture 3">
            <a:extLst>
              <a:ext uri="{FF2B5EF4-FFF2-40B4-BE49-F238E27FC236}">
                <a16:creationId xmlns:a16="http://schemas.microsoft.com/office/drawing/2014/main" id="{C4D9C4E2-5AA4-36DE-ECEB-F224394C2F6E}"/>
              </a:ext>
            </a:extLst>
          </p:cNvPr>
          <p:cNvPicPr>
            <a:picLocks noChangeAspect="1"/>
          </p:cNvPicPr>
          <p:nvPr/>
        </p:nvPicPr>
        <p:blipFill>
          <a:blip r:embed="rId3"/>
          <a:stretch>
            <a:fillRect/>
          </a:stretch>
        </p:blipFill>
        <p:spPr>
          <a:xfrm>
            <a:off x="6640130" y="1327745"/>
            <a:ext cx="5279837" cy="1779318"/>
          </a:xfrm>
          <a:prstGeom prst="rect">
            <a:avLst/>
          </a:prstGeom>
        </p:spPr>
      </p:pic>
      <p:graphicFrame>
        <p:nvGraphicFramePr>
          <p:cNvPr id="14" name="Table 13">
            <a:extLst>
              <a:ext uri="{FF2B5EF4-FFF2-40B4-BE49-F238E27FC236}">
                <a16:creationId xmlns:a16="http://schemas.microsoft.com/office/drawing/2014/main" id="{36E325BF-2516-BC81-A92A-0EBDA8345BBD}"/>
              </a:ext>
            </a:extLst>
          </p:cNvPr>
          <p:cNvGraphicFramePr>
            <a:graphicFrameLocks noGrp="1"/>
          </p:cNvGraphicFramePr>
          <p:nvPr>
            <p:extLst>
              <p:ext uri="{D42A27DB-BD31-4B8C-83A1-F6EECF244321}">
                <p14:modId xmlns:p14="http://schemas.microsoft.com/office/powerpoint/2010/main" val="2512431514"/>
              </p:ext>
            </p:extLst>
          </p:nvPr>
        </p:nvGraphicFramePr>
        <p:xfrm>
          <a:off x="6640130" y="3273286"/>
          <a:ext cx="5279837" cy="18440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85778">
                  <a:extLst>
                    <a:ext uri="{9D8B030D-6E8A-4147-A177-3AD203B41FA5}">
                      <a16:colId xmlns:a16="http://schemas.microsoft.com/office/drawing/2014/main" val="2209217519"/>
                    </a:ext>
                  </a:extLst>
                </a:gridCol>
                <a:gridCol w="994059">
                  <a:extLst>
                    <a:ext uri="{9D8B030D-6E8A-4147-A177-3AD203B41FA5}">
                      <a16:colId xmlns:a16="http://schemas.microsoft.com/office/drawing/2014/main" val="4061407529"/>
                    </a:ext>
                  </a:extLst>
                </a:gridCol>
              </a:tblGrid>
              <a:tr h="238836">
                <a:tc>
                  <a:txBody>
                    <a:bodyPr/>
                    <a:lstStyle/>
                    <a:p>
                      <a:r>
                        <a:rPr lang="en-US" sz="1400"/>
                        <a:t>Measure/Scale Name</a:t>
                      </a:r>
                    </a:p>
                  </a:txBody>
                  <a:tcPr/>
                </a:tc>
                <a:tc>
                  <a:txBody>
                    <a:bodyPr/>
                    <a:lstStyle/>
                    <a:p>
                      <a:r>
                        <a:rPr lang="en-US" sz="1400"/>
                        <a:t>Variable</a:t>
                      </a:r>
                    </a:p>
                  </a:txBody>
                  <a:tcPr/>
                </a:tc>
                <a:extLst>
                  <a:ext uri="{0D108BD9-81ED-4DB2-BD59-A6C34878D82A}">
                    <a16:rowId xmlns:a16="http://schemas.microsoft.com/office/drawing/2014/main" val="507326312"/>
                  </a:ext>
                </a:extLst>
              </a:tr>
              <a:tr h="382137">
                <a:tc>
                  <a:txBody>
                    <a:bodyPr/>
                    <a:lstStyle/>
                    <a:p>
                      <a:r>
                        <a:rPr lang="en-US" sz="1200"/>
                        <a:t>Marital Status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100"/>
                        <a:t>1 = Married or Cohabitating / 2 = Lives Alone</a:t>
                      </a:r>
                      <a:endParaRPr lang="en-US" sz="1200"/>
                    </a:p>
                  </a:txBody>
                  <a:tcPr/>
                </a:tc>
                <a:tc>
                  <a:txBody>
                    <a:bodyPr/>
                    <a:lstStyle/>
                    <a:p>
                      <a:r>
                        <a:rPr lang="en-US" sz="1200"/>
                        <a:t>MAR_STAT</a:t>
                      </a:r>
                    </a:p>
                  </a:txBody>
                  <a:tcPr/>
                </a:tc>
                <a:extLst>
                  <a:ext uri="{0D108BD9-81ED-4DB2-BD59-A6C34878D82A}">
                    <a16:rowId xmlns:a16="http://schemas.microsoft.com/office/drawing/2014/main" val="1147655539"/>
                  </a:ext>
                </a:extLst>
              </a:tr>
              <a:tr h="406021">
                <a:tc>
                  <a:txBody>
                    <a:bodyPr/>
                    <a:lstStyle/>
                    <a:p>
                      <a:r>
                        <a:rPr lang="en-US" sz="1200"/>
                        <a:t>Job</a:t>
                      </a:r>
                    </a:p>
                    <a:p>
                      <a:pPr lvl="1"/>
                      <a:r>
                        <a:rPr lang="en-US" sz="1200"/>
                        <a:t>1 = Employed / 0 = Unemployed </a:t>
                      </a:r>
                    </a:p>
                  </a:txBody>
                  <a:tcPr/>
                </a:tc>
                <a:tc>
                  <a:txBody>
                    <a:bodyPr/>
                    <a:lstStyle/>
                    <a:p>
                      <a:r>
                        <a:rPr lang="en-US" sz="1200"/>
                        <a:t>JOB</a:t>
                      </a:r>
                    </a:p>
                  </a:txBody>
                  <a:tcPr/>
                </a:tc>
                <a:extLst>
                  <a:ext uri="{0D108BD9-81ED-4DB2-BD59-A6C34878D82A}">
                    <a16:rowId xmlns:a16="http://schemas.microsoft.com/office/drawing/2014/main" val="3151397662"/>
                  </a:ext>
                </a:extLst>
              </a:tr>
              <a:tr h="573206">
                <a:tc>
                  <a:txBody>
                    <a:bodyPr/>
                    <a:lstStyle/>
                    <a:p>
                      <a:pPr lvl="0"/>
                      <a:r>
                        <a:rPr lang="en-US" sz="1200"/>
                        <a:t>Greater Than High School Education</a:t>
                      </a:r>
                    </a:p>
                    <a:p>
                      <a:pPr lvl="1"/>
                      <a:r>
                        <a:rPr lang="en-US" sz="1200"/>
                        <a:t>1 = Greater than HS education / 0 = HS Diploma, GED, or Lesser Education</a:t>
                      </a:r>
                    </a:p>
                  </a:txBody>
                  <a:tcPr/>
                </a:tc>
                <a:tc>
                  <a:txBody>
                    <a:bodyPr/>
                    <a:lstStyle/>
                    <a:p>
                      <a:r>
                        <a:rPr lang="en-US" sz="1200"/>
                        <a:t>GTHS</a:t>
                      </a:r>
                    </a:p>
                  </a:txBody>
                  <a:tcPr/>
                </a:tc>
                <a:extLst>
                  <a:ext uri="{0D108BD9-81ED-4DB2-BD59-A6C34878D82A}">
                    <a16:rowId xmlns:a16="http://schemas.microsoft.com/office/drawing/2014/main" val="2955229524"/>
                  </a:ext>
                </a:extLst>
              </a:tr>
            </a:tbl>
          </a:graphicData>
        </a:graphic>
      </p:graphicFrame>
    </p:spTree>
    <p:extLst>
      <p:ext uri="{BB962C8B-B14F-4D97-AF65-F5344CB8AC3E}">
        <p14:creationId xmlns:p14="http://schemas.microsoft.com/office/powerpoint/2010/main" val="1208408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FA9457C-CA6F-44D5-64D7-4C0C59ED90DA}"/>
              </a:ext>
            </a:extLst>
          </p:cNvPr>
          <p:cNvSpPr>
            <a:spLocks noGrp="1"/>
          </p:cNvSpPr>
          <p:nvPr>
            <p:ph sz="half" idx="2"/>
          </p:nvPr>
        </p:nvSpPr>
        <p:spPr>
          <a:xfrm>
            <a:off x="16652" y="4573687"/>
            <a:ext cx="6079347" cy="2304942"/>
          </a:xfrm>
        </p:spPr>
        <p:txBody>
          <a:bodyPr>
            <a:normAutofit lnSpcReduction="10000"/>
          </a:bodyPr>
          <a:lstStyle/>
          <a:p>
            <a:r>
              <a:rPr lang="en-US"/>
              <a:t>Model explains approx. 65.0% of variance in DOMI scores</a:t>
            </a:r>
            <a:br>
              <a:rPr lang="en-US"/>
            </a:br>
            <a:r>
              <a:rPr lang="en-US" sz="1400"/>
              <a:t>(R</a:t>
            </a:r>
            <a:r>
              <a:rPr lang="en-US" sz="1400" baseline="30000"/>
              <a:t>2</a:t>
            </a:r>
            <a:r>
              <a:rPr lang="en-US" sz="1400"/>
              <a:t> = 0.422459)</a:t>
            </a:r>
            <a:endParaRPr lang="en-US"/>
          </a:p>
          <a:p>
            <a:r>
              <a:rPr lang="en-US"/>
              <a:t>No significant difference in average DOMI scores across the 4 treatment groups at the 3-month cut </a:t>
            </a:r>
            <a:br>
              <a:rPr lang="en-US"/>
            </a:br>
            <a:r>
              <a:rPr lang="en-US" sz="1400"/>
              <a:t>(p = 0.9166 &gt; 0.05)</a:t>
            </a:r>
            <a:endParaRPr lang="en-US"/>
          </a:p>
          <a:p>
            <a:r>
              <a:rPr lang="en-US"/>
              <a:t>Baseline Socially Avoidant score (PS_SOAV) found to be only marginally significant as a covariate at the 3-month cut </a:t>
            </a:r>
            <a:br>
              <a:rPr lang="en-US"/>
            </a:br>
            <a:r>
              <a:rPr lang="en-US" sz="1400"/>
              <a:t>(p = 0.0683 &gt; 0.05)</a:t>
            </a:r>
            <a:endParaRPr lang="en-US"/>
          </a:p>
          <a:p>
            <a:pPr marL="0" indent="0">
              <a:buNone/>
            </a:pPr>
            <a:endParaRPr lang="en-US"/>
          </a:p>
        </p:txBody>
      </p:sp>
      <p:sp>
        <p:nvSpPr>
          <p:cNvPr id="7" name="Content Placeholder 6">
            <a:extLst>
              <a:ext uri="{FF2B5EF4-FFF2-40B4-BE49-F238E27FC236}">
                <a16:creationId xmlns:a16="http://schemas.microsoft.com/office/drawing/2014/main" id="{F4BC7500-3CC5-93EC-A866-28FAFC605AB0}"/>
              </a:ext>
            </a:extLst>
          </p:cNvPr>
          <p:cNvSpPr>
            <a:spLocks noGrp="1"/>
          </p:cNvSpPr>
          <p:nvPr>
            <p:ph sz="quarter" idx="4"/>
          </p:nvPr>
        </p:nvSpPr>
        <p:spPr>
          <a:xfrm>
            <a:off x="6095999" y="4531077"/>
            <a:ext cx="6096001" cy="2347552"/>
          </a:xfrm>
        </p:spPr>
        <p:txBody>
          <a:bodyPr>
            <a:normAutofit lnSpcReduction="10000"/>
          </a:bodyPr>
          <a:lstStyle/>
          <a:p>
            <a:r>
              <a:rPr lang="en-US"/>
              <a:t>Model explains approx. 69.1% of variance in DOMI scores </a:t>
            </a:r>
            <a:br>
              <a:rPr lang="en-US"/>
            </a:br>
            <a:r>
              <a:rPr lang="en-US" sz="1400"/>
              <a:t>(R</a:t>
            </a:r>
            <a:r>
              <a:rPr lang="en-US" sz="1400" baseline="30000"/>
              <a:t>2</a:t>
            </a:r>
            <a:r>
              <a:rPr lang="en-US" sz="1400"/>
              <a:t> = 0.477021)</a:t>
            </a:r>
            <a:endParaRPr lang="en-US"/>
          </a:p>
          <a:p>
            <a:r>
              <a:rPr lang="en-US"/>
              <a:t>No significant difference in average DOMI scores across the 4 treatment groups at the 6-month cut </a:t>
            </a:r>
            <a:br>
              <a:rPr lang="en-US"/>
            </a:br>
            <a:r>
              <a:rPr lang="en-US" sz="1400"/>
              <a:t>(p = 0.5015 &gt; 0.05)</a:t>
            </a:r>
            <a:endParaRPr lang="en-US"/>
          </a:p>
          <a:p>
            <a:r>
              <a:rPr lang="en-US"/>
              <a:t>Baseline Socially Avoidant score (PS_SOAV) found to be only marginally significant as a covariate at the 6-month cut </a:t>
            </a:r>
            <a:br>
              <a:rPr lang="en-US"/>
            </a:br>
            <a:r>
              <a:rPr lang="en-US" sz="1400"/>
              <a:t>(p = 0.3305 &gt; 0.05)</a:t>
            </a:r>
            <a:endParaRPr lang="en-US"/>
          </a:p>
        </p:txBody>
      </p:sp>
      <p:sp>
        <p:nvSpPr>
          <p:cNvPr id="4" name="Title 3">
            <a:extLst>
              <a:ext uri="{FF2B5EF4-FFF2-40B4-BE49-F238E27FC236}">
                <a16:creationId xmlns:a16="http://schemas.microsoft.com/office/drawing/2014/main" id="{A8772B86-CC87-5552-9AA4-CC729A6D85E3}"/>
              </a:ext>
            </a:extLst>
          </p:cNvPr>
          <p:cNvSpPr>
            <a:spLocks noGrp="1"/>
          </p:cNvSpPr>
          <p:nvPr>
            <p:ph type="title"/>
          </p:nvPr>
        </p:nvSpPr>
        <p:spPr>
          <a:xfrm>
            <a:off x="2324921" y="1"/>
            <a:ext cx="7729728" cy="534838"/>
          </a:xfrm>
        </p:spPr>
        <p:txBody>
          <a:bodyPr>
            <a:normAutofit fontScale="90000"/>
          </a:bodyPr>
          <a:lstStyle/>
          <a:p>
            <a:r>
              <a:rPr lang="en-US"/>
              <a:t>Model I Analysis (OVERALL)</a:t>
            </a:r>
          </a:p>
        </p:txBody>
      </p:sp>
      <p:pic>
        <p:nvPicPr>
          <p:cNvPr id="3" name="Picture 2" descr="A graph of a patient's growth&#10;&#10;AI-generated content may be incorrect.">
            <a:extLst>
              <a:ext uri="{FF2B5EF4-FFF2-40B4-BE49-F238E27FC236}">
                <a16:creationId xmlns:a16="http://schemas.microsoft.com/office/drawing/2014/main" id="{65E44EC3-A4B6-8D91-D489-4ACF11329B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696" y="640486"/>
            <a:ext cx="5187455" cy="3890591"/>
          </a:xfrm>
          <a:prstGeom prst="rect">
            <a:avLst/>
          </a:prstGeom>
          <a:effectLst>
            <a:outerShdw blurRad="50800" dist="38100" dir="2700000" algn="tl" rotWithShape="0">
              <a:prstClr val="black">
                <a:alpha val="40000"/>
              </a:prstClr>
            </a:outerShdw>
          </a:effectLst>
        </p:spPr>
      </p:pic>
      <p:pic>
        <p:nvPicPr>
          <p:cNvPr id="14" name="Picture 13" descr="A graph of a patient's recovery&#10;&#10;AI-generated content may be incorrect.">
            <a:extLst>
              <a:ext uri="{FF2B5EF4-FFF2-40B4-BE49-F238E27FC236}">
                <a16:creationId xmlns:a16="http://schemas.microsoft.com/office/drawing/2014/main" id="{61B9B47E-0A40-8D3F-509C-B07D03374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847" y="640486"/>
            <a:ext cx="5187456" cy="389059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26496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FC7A-C7D0-0023-B873-E30B51ED6F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EA1E79B-6DC4-8F42-F834-DF8409CB3737}"/>
              </a:ext>
            </a:extLst>
          </p:cNvPr>
          <p:cNvSpPr>
            <a:spLocks noGrp="1"/>
          </p:cNvSpPr>
          <p:nvPr>
            <p:ph type="body" idx="1"/>
          </p:nvPr>
        </p:nvSpPr>
        <p:spPr>
          <a:xfrm>
            <a:off x="4268706" y="1259569"/>
            <a:ext cx="1661108" cy="704087"/>
          </a:xfrm>
        </p:spPr>
        <p:txBody>
          <a:bodyPr/>
          <a:lstStyle/>
          <a:p>
            <a:r>
              <a:rPr lang="en-US"/>
              <a:t>Month 3 Data Cut</a:t>
            </a:r>
          </a:p>
        </p:txBody>
      </p:sp>
      <p:sp>
        <p:nvSpPr>
          <p:cNvPr id="8" name="Text Placeholder 7">
            <a:extLst>
              <a:ext uri="{FF2B5EF4-FFF2-40B4-BE49-F238E27FC236}">
                <a16:creationId xmlns:a16="http://schemas.microsoft.com/office/drawing/2014/main" id="{12E84DDB-F4D7-3E39-4069-DEAFAE463868}"/>
              </a:ext>
            </a:extLst>
          </p:cNvPr>
          <p:cNvSpPr>
            <a:spLocks noGrp="1"/>
          </p:cNvSpPr>
          <p:nvPr>
            <p:ph type="body" sz="quarter" idx="13"/>
          </p:nvPr>
        </p:nvSpPr>
        <p:spPr>
          <a:xfrm>
            <a:off x="10456514" y="1259569"/>
            <a:ext cx="1629748" cy="704087"/>
          </a:xfrm>
        </p:spPr>
        <p:txBody>
          <a:bodyPr/>
          <a:lstStyle/>
          <a:p>
            <a:r>
              <a:rPr lang="en-US"/>
              <a:t>Month 6 Data Cut</a:t>
            </a:r>
          </a:p>
        </p:txBody>
      </p:sp>
      <p:sp>
        <p:nvSpPr>
          <p:cNvPr id="4" name="Title 3">
            <a:extLst>
              <a:ext uri="{FF2B5EF4-FFF2-40B4-BE49-F238E27FC236}">
                <a16:creationId xmlns:a16="http://schemas.microsoft.com/office/drawing/2014/main" id="{C4445C1D-1E61-5D8C-09F6-2A0AD5EFBE41}"/>
              </a:ext>
            </a:extLst>
          </p:cNvPr>
          <p:cNvSpPr>
            <a:spLocks noGrp="1"/>
          </p:cNvSpPr>
          <p:nvPr>
            <p:ph type="title"/>
          </p:nvPr>
        </p:nvSpPr>
        <p:spPr>
          <a:xfrm>
            <a:off x="2231136" y="-42874"/>
            <a:ext cx="7729728" cy="704087"/>
          </a:xfrm>
        </p:spPr>
        <p:txBody>
          <a:bodyPr>
            <a:normAutofit fontScale="90000"/>
          </a:bodyPr>
          <a:lstStyle/>
          <a:p>
            <a:r>
              <a:rPr lang="en-US"/>
              <a:t>Model 1 Analysis (Residuals)</a:t>
            </a:r>
          </a:p>
        </p:txBody>
      </p:sp>
      <p:cxnSp>
        <p:nvCxnSpPr>
          <p:cNvPr id="21" name="Straight Connector 20">
            <a:extLst>
              <a:ext uri="{FF2B5EF4-FFF2-40B4-BE49-F238E27FC236}">
                <a16:creationId xmlns:a16="http://schemas.microsoft.com/office/drawing/2014/main" id="{2DB6748D-9A0F-573E-E2A9-B42999EE7A43}"/>
              </a:ext>
            </a:extLst>
          </p:cNvPr>
          <p:cNvCxnSpPr>
            <a:cxnSpLocks/>
          </p:cNvCxnSpPr>
          <p:nvPr/>
        </p:nvCxnSpPr>
        <p:spPr>
          <a:xfrm>
            <a:off x="6013937" y="736437"/>
            <a:ext cx="0" cy="6039503"/>
          </a:xfrm>
          <a:prstGeom prst="line">
            <a:avLst/>
          </a:prstGeom>
          <a:effectLst>
            <a:outerShdw blurRad="50800" dist="38100" dir="5400000" algn="t" rotWithShape="0">
              <a:prstClr val="black">
                <a:alpha val="40000"/>
              </a:prstClr>
            </a:outerShdw>
          </a:effectLst>
          <a:scene3d>
            <a:camera prst="orthographicFront"/>
            <a:lightRig rig="threePt" dir="t"/>
          </a:scene3d>
          <a:sp3d>
            <a:bevelT prst="relaxedInset"/>
          </a:sp3d>
        </p:spPr>
        <p:style>
          <a:lnRef idx="1">
            <a:schemeClr val="accent1"/>
          </a:lnRef>
          <a:fillRef idx="0">
            <a:schemeClr val="accent1"/>
          </a:fillRef>
          <a:effectRef idx="0">
            <a:schemeClr val="accent1"/>
          </a:effectRef>
          <a:fontRef idx="minor">
            <a:schemeClr val="tx1"/>
          </a:fontRef>
        </p:style>
      </p:cxnSp>
      <p:pic>
        <p:nvPicPr>
          <p:cNvPr id="23" name="Picture 22" descr="A diagram of a distribution of residuals&#10;&#10;AI-generated content may be incorrect.">
            <a:extLst>
              <a:ext uri="{FF2B5EF4-FFF2-40B4-BE49-F238E27FC236}">
                <a16:creationId xmlns:a16="http://schemas.microsoft.com/office/drawing/2014/main" id="{C4BCC3E9-C925-F5AE-997A-85AE5E3635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49180"/>
            <a:ext cx="4270247" cy="3202685"/>
          </a:xfrm>
          <a:prstGeom prst="rect">
            <a:avLst/>
          </a:prstGeom>
          <a:effectLst>
            <a:outerShdw blurRad="50800" dist="38100" dir="2700000" algn="tl" rotWithShape="0">
              <a:prstClr val="black">
                <a:alpha val="40000"/>
              </a:prstClr>
            </a:outerShdw>
          </a:effectLst>
        </p:spPr>
      </p:pic>
      <p:pic>
        <p:nvPicPr>
          <p:cNvPr id="24" name="Picture 23" descr="A diagram of a distribution of residuals&#10;&#10;AI-generated content may be incorrect.">
            <a:extLst>
              <a:ext uri="{FF2B5EF4-FFF2-40B4-BE49-F238E27FC236}">
                <a16:creationId xmlns:a16="http://schemas.microsoft.com/office/drawing/2014/main" id="{03E94299-4ADC-948E-6C03-617B63C6D2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9207" y="749180"/>
            <a:ext cx="4270247" cy="3202685"/>
          </a:xfrm>
          <a:prstGeom prst="rect">
            <a:avLst/>
          </a:prstGeom>
          <a:effectLst>
            <a:outerShdw blurRad="50800" dist="38100" dir="2700000" algn="tl" rotWithShape="0">
              <a:prstClr val="black">
                <a:alpha val="40000"/>
              </a:prstClr>
            </a:outerShdw>
          </a:effectLst>
        </p:spPr>
      </p:pic>
      <p:pic>
        <p:nvPicPr>
          <p:cNvPr id="15" name="Content Placeholder 14" descr="Q-Q Plot of Residuals for domibc">
            <a:extLst>
              <a:ext uri="{FF2B5EF4-FFF2-40B4-BE49-F238E27FC236}">
                <a16:creationId xmlns:a16="http://schemas.microsoft.com/office/drawing/2014/main" id="{40E01FE2-5794-E3A1-8930-79D313B74BE8}"/>
              </a:ext>
            </a:extLst>
          </p:cNvPr>
          <p:cNvPicPr>
            <a:picLocks noGrp="1" noChangeAspect="1"/>
          </p:cNvPicPr>
          <p:nvPr>
            <p:ph sz="quarter" idx="4"/>
          </p:nvPr>
        </p:nvPicPr>
        <p:blipFill>
          <a:blip r:embed="rId5"/>
          <a:stretch>
            <a:fillRect/>
          </a:stretch>
        </p:blipFill>
        <p:spPr>
          <a:xfrm>
            <a:off x="8204972" y="3951865"/>
            <a:ext cx="3881290" cy="2910968"/>
          </a:xfrm>
          <a:prstGeom prst="rect">
            <a:avLst/>
          </a:prstGeom>
          <a:effectLst>
            <a:outerShdw blurRad="50800" dist="38100" dir="2700000" algn="tl" rotWithShape="0">
              <a:prstClr val="black">
                <a:alpha val="40000"/>
              </a:prstClr>
            </a:outerShdw>
          </a:effectLst>
        </p:spPr>
      </p:pic>
      <p:pic>
        <p:nvPicPr>
          <p:cNvPr id="10" name="Content Placeholder 9" descr="A graph of a graph&#10;&#10;AI-generated content may be incorrect.">
            <a:extLst>
              <a:ext uri="{FF2B5EF4-FFF2-40B4-BE49-F238E27FC236}">
                <a16:creationId xmlns:a16="http://schemas.microsoft.com/office/drawing/2014/main" id="{F167DDFD-A9E7-83F8-D57E-40D287581631}"/>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2028523" y="3951865"/>
            <a:ext cx="3881290" cy="2910968"/>
          </a:xfr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3FC7D653-D076-8C93-9CF5-D9492AB641EA}"/>
              </a:ext>
            </a:extLst>
          </p:cNvPr>
          <p:cNvSpPr txBox="1"/>
          <p:nvPr/>
        </p:nvSpPr>
        <p:spPr>
          <a:xfrm>
            <a:off x="105738" y="4207020"/>
            <a:ext cx="2028523" cy="1477328"/>
          </a:xfrm>
          <a:prstGeom prst="rect">
            <a:avLst/>
          </a:prstGeom>
          <a:noFill/>
        </p:spPr>
        <p:txBody>
          <a:bodyPr wrap="square" rtlCol="0">
            <a:spAutoFit/>
          </a:bodyPr>
          <a:lstStyle/>
          <a:p>
            <a:r>
              <a:rPr lang="en-US"/>
              <a:t>Residuals still fail Shapiro-Wilks </a:t>
            </a:r>
          </a:p>
          <a:p>
            <a:r>
              <a:rPr lang="en-US"/>
              <a:t>test of normality </a:t>
            </a:r>
          </a:p>
          <a:p>
            <a:r>
              <a:rPr lang="en-US"/>
              <a:t>(p = 0.0271 &lt; 0.05)</a:t>
            </a:r>
          </a:p>
          <a:p>
            <a:endParaRPr lang="en-US"/>
          </a:p>
        </p:txBody>
      </p:sp>
      <p:sp>
        <p:nvSpPr>
          <p:cNvPr id="6" name="TextBox 5">
            <a:extLst>
              <a:ext uri="{FF2B5EF4-FFF2-40B4-BE49-F238E27FC236}">
                <a16:creationId xmlns:a16="http://schemas.microsoft.com/office/drawing/2014/main" id="{B910F04C-E7A3-C12B-0696-819D3D64FCB0}"/>
              </a:ext>
            </a:extLst>
          </p:cNvPr>
          <p:cNvSpPr txBox="1"/>
          <p:nvPr/>
        </p:nvSpPr>
        <p:spPr>
          <a:xfrm>
            <a:off x="6180521" y="4207020"/>
            <a:ext cx="1889182" cy="1200329"/>
          </a:xfrm>
          <a:prstGeom prst="rect">
            <a:avLst/>
          </a:prstGeom>
          <a:noFill/>
        </p:spPr>
        <p:txBody>
          <a:bodyPr wrap="square">
            <a:spAutoFit/>
          </a:bodyPr>
          <a:lstStyle/>
          <a:p>
            <a:r>
              <a:rPr lang="en-US"/>
              <a:t>Residuals still fail Shapiro-Wilks test of normality (p &lt; 0.010 &lt; 0.05)</a:t>
            </a:r>
          </a:p>
        </p:txBody>
      </p:sp>
    </p:spTree>
    <p:extLst>
      <p:ext uri="{BB962C8B-B14F-4D97-AF65-F5344CB8AC3E}">
        <p14:creationId xmlns:p14="http://schemas.microsoft.com/office/powerpoint/2010/main" val="2494887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F739-5D16-2A8F-2E88-4A55A5DF266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5F8BDBD-3A56-E16A-27CA-3162EEBF7CB6}"/>
              </a:ext>
            </a:extLst>
          </p:cNvPr>
          <p:cNvSpPr>
            <a:spLocks noGrp="1"/>
          </p:cNvSpPr>
          <p:nvPr>
            <p:ph sz="half" idx="2"/>
          </p:nvPr>
        </p:nvSpPr>
        <p:spPr>
          <a:xfrm>
            <a:off x="248460" y="4372902"/>
            <a:ext cx="5682716" cy="2485097"/>
          </a:xfrm>
        </p:spPr>
        <p:txBody>
          <a:bodyPr>
            <a:normAutofit fontScale="92500" lnSpcReduction="20000"/>
          </a:bodyPr>
          <a:lstStyle/>
          <a:p>
            <a:r>
              <a:rPr lang="en-US"/>
              <a:t>Model explains approx. 13.75% of variance in DOMI scores</a:t>
            </a:r>
            <a:br>
              <a:rPr lang="en-US"/>
            </a:br>
            <a:r>
              <a:rPr lang="en-US" sz="1400"/>
              <a:t>(R</a:t>
            </a:r>
            <a:r>
              <a:rPr lang="en-US" sz="1400" baseline="30000"/>
              <a:t>2</a:t>
            </a:r>
            <a:r>
              <a:rPr lang="en-US" sz="1400"/>
              <a:t> = 0.018918)</a:t>
            </a:r>
            <a:endParaRPr lang="en-US"/>
          </a:p>
          <a:p>
            <a:r>
              <a:rPr lang="en-US"/>
              <a:t>Interaction between treatment type and type of cocaine used observed as </a:t>
            </a:r>
            <a:r>
              <a:rPr lang="en-US" b="1"/>
              <a:t>Ordinal</a:t>
            </a:r>
            <a:r>
              <a:rPr lang="en-US"/>
              <a:t> at the 3-month cut</a:t>
            </a:r>
          </a:p>
          <a:p>
            <a:r>
              <a:rPr lang="en-US"/>
              <a:t>No significant </a:t>
            </a:r>
            <a:r>
              <a:rPr lang="en-US" b="1"/>
              <a:t>overall</a:t>
            </a:r>
            <a:r>
              <a:rPr lang="en-US"/>
              <a:t> interaction between treatment condition and cocaine type observed</a:t>
            </a:r>
            <a:br>
              <a:rPr lang="en-US"/>
            </a:br>
            <a:r>
              <a:rPr lang="en-US" sz="1400"/>
              <a:t>(p = 0.9071 &gt; 0.05)</a:t>
            </a:r>
          </a:p>
          <a:p>
            <a:r>
              <a:rPr lang="en-US"/>
              <a:t>No significant main effects of treatment type or cocaine type observed</a:t>
            </a:r>
            <a:br>
              <a:rPr lang="en-US"/>
            </a:br>
            <a:r>
              <a:rPr lang="en-US" sz="1400"/>
              <a:t>(</a:t>
            </a:r>
            <a:r>
              <a:rPr lang="en-US" sz="1400" err="1"/>
              <a:t>p</a:t>
            </a:r>
            <a:r>
              <a:rPr lang="en-US" sz="1400" baseline="-25000" err="1"/>
              <a:t>tx</a:t>
            </a:r>
            <a:r>
              <a:rPr lang="en-US" sz="1400"/>
              <a:t> = 0.3262 &gt; 0.05 &amp; </a:t>
            </a:r>
            <a:r>
              <a:rPr lang="en-US" sz="1400" err="1"/>
              <a:t>p</a:t>
            </a:r>
            <a:r>
              <a:rPr lang="en-US" sz="1400" baseline="-25000" err="1"/>
              <a:t>crack</a:t>
            </a:r>
            <a:r>
              <a:rPr lang="en-US" sz="1400"/>
              <a:t> = 0.2146 &gt; 0.05) </a:t>
            </a:r>
          </a:p>
          <a:p>
            <a:endParaRPr lang="en-US"/>
          </a:p>
        </p:txBody>
      </p:sp>
      <p:sp>
        <p:nvSpPr>
          <p:cNvPr id="4" name="Title 3">
            <a:extLst>
              <a:ext uri="{FF2B5EF4-FFF2-40B4-BE49-F238E27FC236}">
                <a16:creationId xmlns:a16="http://schemas.microsoft.com/office/drawing/2014/main" id="{C0E11D9B-C813-71C3-9406-DDB2E9376026}"/>
              </a:ext>
            </a:extLst>
          </p:cNvPr>
          <p:cNvSpPr>
            <a:spLocks noGrp="1"/>
          </p:cNvSpPr>
          <p:nvPr>
            <p:ph type="title"/>
          </p:nvPr>
        </p:nvSpPr>
        <p:spPr>
          <a:xfrm>
            <a:off x="2324921" y="1"/>
            <a:ext cx="7729728" cy="534838"/>
          </a:xfrm>
        </p:spPr>
        <p:txBody>
          <a:bodyPr>
            <a:normAutofit fontScale="90000"/>
          </a:bodyPr>
          <a:lstStyle/>
          <a:p>
            <a:r>
              <a:rPr lang="en-US"/>
              <a:t>Model 1I Analysis (overall)</a:t>
            </a:r>
          </a:p>
        </p:txBody>
      </p:sp>
      <p:pic>
        <p:nvPicPr>
          <p:cNvPr id="5" name="Picture 4" descr="A graph of a patient's recovery&#10;&#10;AI-generated content may be incorrect.">
            <a:extLst>
              <a:ext uri="{FF2B5EF4-FFF2-40B4-BE49-F238E27FC236}">
                <a16:creationId xmlns:a16="http://schemas.microsoft.com/office/drawing/2014/main" id="{B21F5E62-5BD6-0F53-C4ED-EE3784FDE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746" y="579566"/>
            <a:ext cx="4998144" cy="3748608"/>
          </a:xfrm>
          <a:prstGeom prst="rect">
            <a:avLst/>
          </a:prstGeom>
          <a:effectLst>
            <a:outerShdw blurRad="50800" dist="38100" dir="2700000" algn="tl" rotWithShape="0">
              <a:prstClr val="black">
                <a:alpha val="40000"/>
              </a:prstClr>
            </a:outerShdw>
          </a:effectLst>
        </p:spPr>
      </p:pic>
      <p:pic>
        <p:nvPicPr>
          <p:cNvPr id="9" name="Picture 8" descr="A graph of a patient's recovery&#10;&#10;AI-generated content may be incorrect.">
            <a:extLst>
              <a:ext uri="{FF2B5EF4-FFF2-40B4-BE49-F238E27FC236}">
                <a16:creationId xmlns:a16="http://schemas.microsoft.com/office/drawing/2014/main" id="{483D9B61-2A44-80BE-71B4-1DC9A03487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4200" y="579566"/>
            <a:ext cx="4998144" cy="3748608"/>
          </a:xfrm>
          <a:prstGeom prst="rect">
            <a:avLst/>
          </a:prstGeom>
          <a:effectLst>
            <a:outerShdw blurRad="50800" dist="38100" dir="2700000" algn="tl" rotWithShape="0">
              <a:prstClr val="black">
                <a:alpha val="40000"/>
              </a:prstClr>
            </a:outerShdw>
          </a:effectLst>
        </p:spPr>
      </p:pic>
      <p:sp>
        <p:nvSpPr>
          <p:cNvPr id="10" name="Content Placeholder 5">
            <a:extLst>
              <a:ext uri="{FF2B5EF4-FFF2-40B4-BE49-F238E27FC236}">
                <a16:creationId xmlns:a16="http://schemas.microsoft.com/office/drawing/2014/main" id="{A5AFE30C-ECEC-1666-7756-2C2DF07EDAE8}"/>
              </a:ext>
            </a:extLst>
          </p:cNvPr>
          <p:cNvSpPr txBox="1">
            <a:spLocks/>
          </p:cNvSpPr>
          <p:nvPr/>
        </p:nvSpPr>
        <p:spPr>
          <a:xfrm>
            <a:off x="6189785" y="4372903"/>
            <a:ext cx="5682716" cy="248509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a:t>Model explains approx. 9.87% of variance in DOMI scores</a:t>
            </a:r>
            <a:br>
              <a:rPr lang="en-US"/>
            </a:br>
            <a:r>
              <a:rPr lang="en-US" sz="1400"/>
              <a:t>(R</a:t>
            </a:r>
            <a:r>
              <a:rPr lang="en-US" sz="1400" baseline="30000"/>
              <a:t>2</a:t>
            </a:r>
            <a:r>
              <a:rPr lang="en-US" sz="1400"/>
              <a:t> = 0.009746)</a:t>
            </a:r>
            <a:endParaRPr lang="en-US"/>
          </a:p>
          <a:p>
            <a:r>
              <a:rPr lang="en-US"/>
              <a:t>Interaction between treatment type and type of cocaine used observed as </a:t>
            </a:r>
            <a:r>
              <a:rPr lang="en-US" b="1" err="1"/>
              <a:t>Disordinal</a:t>
            </a:r>
            <a:r>
              <a:rPr lang="en-US"/>
              <a:t> at the 6-month cut</a:t>
            </a:r>
          </a:p>
          <a:p>
            <a:r>
              <a:rPr lang="en-US"/>
              <a:t>No significant </a:t>
            </a:r>
            <a:r>
              <a:rPr lang="en-US" b="1"/>
              <a:t>overall</a:t>
            </a:r>
            <a:r>
              <a:rPr lang="en-US"/>
              <a:t> interaction between treatment condition and cocaine type observed</a:t>
            </a:r>
            <a:br>
              <a:rPr lang="en-US"/>
            </a:br>
            <a:r>
              <a:rPr lang="en-US" sz="1400"/>
              <a:t>(p = 0.6298 &gt; 0.05)</a:t>
            </a:r>
          </a:p>
          <a:p>
            <a:r>
              <a:rPr lang="en-US"/>
              <a:t>No significant main effects of treatment type or cocaine type observed</a:t>
            </a:r>
            <a:br>
              <a:rPr lang="en-US"/>
            </a:br>
            <a:r>
              <a:rPr lang="en-US" sz="1400"/>
              <a:t>(</a:t>
            </a:r>
            <a:r>
              <a:rPr lang="en-US" sz="1400" err="1"/>
              <a:t>p</a:t>
            </a:r>
            <a:r>
              <a:rPr lang="en-US" sz="1400" baseline="-25000" err="1"/>
              <a:t>tx</a:t>
            </a:r>
            <a:r>
              <a:rPr lang="en-US" sz="1400"/>
              <a:t> = 0.8518 &gt; 0.05 &amp; </a:t>
            </a:r>
            <a:r>
              <a:rPr lang="en-US" sz="1400" err="1"/>
              <a:t>p</a:t>
            </a:r>
            <a:r>
              <a:rPr lang="en-US" sz="1400" baseline="-25000" err="1"/>
              <a:t>crack</a:t>
            </a:r>
            <a:r>
              <a:rPr lang="en-US" sz="1400"/>
              <a:t> = 0.4334 &gt; 0.05) </a:t>
            </a:r>
          </a:p>
          <a:p>
            <a:endParaRPr lang="en-US"/>
          </a:p>
        </p:txBody>
      </p:sp>
    </p:spTree>
    <p:extLst>
      <p:ext uri="{BB962C8B-B14F-4D97-AF65-F5344CB8AC3E}">
        <p14:creationId xmlns:p14="http://schemas.microsoft.com/office/powerpoint/2010/main" val="4230912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784912-E0C0-ADC2-006A-73BDBE80DFF3}"/>
              </a:ext>
            </a:extLst>
          </p:cNvPr>
          <p:cNvSpPr>
            <a:spLocks noGrp="1"/>
          </p:cNvSpPr>
          <p:nvPr>
            <p:ph type="title"/>
          </p:nvPr>
        </p:nvSpPr>
        <p:spPr>
          <a:xfrm>
            <a:off x="964522" y="279295"/>
            <a:ext cx="7044331" cy="976481"/>
          </a:xfrm>
        </p:spPr>
        <p:txBody>
          <a:bodyPr>
            <a:normAutofit/>
          </a:bodyPr>
          <a:lstStyle/>
          <a:p>
            <a:r>
              <a:rPr lang="en-US"/>
              <a:t>Model II Comparative Analysis</a:t>
            </a:r>
          </a:p>
        </p:txBody>
      </p:sp>
      <p:graphicFrame>
        <p:nvGraphicFramePr>
          <p:cNvPr id="7" name="Table 6">
            <a:extLst>
              <a:ext uri="{FF2B5EF4-FFF2-40B4-BE49-F238E27FC236}">
                <a16:creationId xmlns:a16="http://schemas.microsoft.com/office/drawing/2014/main" id="{43CDCDE1-D9DE-7F63-63F9-B993C0C6F63C}"/>
              </a:ext>
            </a:extLst>
          </p:cNvPr>
          <p:cNvGraphicFramePr>
            <a:graphicFrameLocks noGrp="1"/>
          </p:cNvGraphicFramePr>
          <p:nvPr>
            <p:extLst>
              <p:ext uri="{D42A27DB-BD31-4B8C-83A1-F6EECF244321}">
                <p14:modId xmlns:p14="http://schemas.microsoft.com/office/powerpoint/2010/main" val="1249786758"/>
              </p:ext>
            </p:extLst>
          </p:nvPr>
        </p:nvGraphicFramePr>
        <p:xfrm>
          <a:off x="964522" y="1559052"/>
          <a:ext cx="10262957" cy="4485640"/>
        </p:xfrm>
        <a:graphic>
          <a:graphicData uri="http://schemas.openxmlformats.org/drawingml/2006/table">
            <a:tbl>
              <a:tblPr firstRow="1" bandRow="1">
                <a:tableStyleId>{5C22544A-7EE6-4342-B048-85BDC9FD1C3A}</a:tableStyleId>
              </a:tblPr>
              <a:tblGrid>
                <a:gridCol w="5325197">
                  <a:extLst>
                    <a:ext uri="{9D8B030D-6E8A-4147-A177-3AD203B41FA5}">
                      <a16:colId xmlns:a16="http://schemas.microsoft.com/office/drawing/2014/main" val="3000699082"/>
                    </a:ext>
                  </a:extLst>
                </a:gridCol>
                <a:gridCol w="2468880">
                  <a:extLst>
                    <a:ext uri="{9D8B030D-6E8A-4147-A177-3AD203B41FA5}">
                      <a16:colId xmlns:a16="http://schemas.microsoft.com/office/drawing/2014/main" val="3624027232"/>
                    </a:ext>
                  </a:extLst>
                </a:gridCol>
                <a:gridCol w="2468880">
                  <a:extLst>
                    <a:ext uri="{9D8B030D-6E8A-4147-A177-3AD203B41FA5}">
                      <a16:colId xmlns:a16="http://schemas.microsoft.com/office/drawing/2014/main" val="1105594262"/>
                    </a:ext>
                  </a:extLst>
                </a:gridCol>
              </a:tblGrid>
              <a:tr h="370840">
                <a:tc>
                  <a:txBody>
                    <a:bodyPr/>
                    <a:lstStyle/>
                    <a:p>
                      <a:r>
                        <a:rPr lang="en-US"/>
                        <a:t>Comparative Analysis Aims</a:t>
                      </a:r>
                    </a:p>
                  </a:txBody>
                  <a:tcPr/>
                </a:tc>
                <a:tc>
                  <a:txBody>
                    <a:bodyPr/>
                    <a:lstStyle/>
                    <a:p>
                      <a:r>
                        <a:rPr lang="en-US"/>
                        <a:t>Month 3</a:t>
                      </a:r>
                    </a:p>
                  </a:txBody>
                  <a:tcPr/>
                </a:tc>
                <a:tc>
                  <a:txBody>
                    <a:bodyPr/>
                    <a:lstStyle/>
                    <a:p>
                      <a:r>
                        <a:rPr lang="en-US"/>
                        <a:t>Month 6</a:t>
                      </a:r>
                    </a:p>
                  </a:txBody>
                  <a:tcPr/>
                </a:tc>
                <a:extLst>
                  <a:ext uri="{0D108BD9-81ED-4DB2-BD59-A6C34878D82A}">
                    <a16:rowId xmlns:a16="http://schemas.microsoft.com/office/drawing/2014/main" val="2571092976"/>
                  </a:ext>
                </a:extLst>
              </a:tr>
              <a:tr h="370840">
                <a:tc>
                  <a:txBody>
                    <a:bodyPr/>
                    <a:lstStyle/>
                    <a:p>
                      <a:r>
                        <a:rPr lang="en-US"/>
                        <a:t>Comparison of average DOMI scores for </a:t>
                      </a:r>
                      <a:r>
                        <a:rPr lang="en-US" b="1"/>
                        <a:t>crack</a:t>
                      </a:r>
                      <a:r>
                        <a:rPr lang="en-US"/>
                        <a:t> users in the </a:t>
                      </a:r>
                      <a:r>
                        <a:rPr lang="en-US" b="1"/>
                        <a:t>Psychotherapy</a:t>
                      </a:r>
                      <a:r>
                        <a:rPr lang="en-US"/>
                        <a:t> (CT or SE) treatment groups to average DOMI scores for </a:t>
                      </a:r>
                      <a:r>
                        <a:rPr lang="en-US" b="1"/>
                        <a:t>crack</a:t>
                      </a:r>
                      <a:r>
                        <a:rPr lang="en-US"/>
                        <a:t> users in </a:t>
                      </a:r>
                      <a:r>
                        <a:rPr lang="en-US" b="1"/>
                        <a:t>Drug Counselin</a:t>
                      </a:r>
                      <a:r>
                        <a:rPr lang="en-US"/>
                        <a:t>g (IDC or GDC) groups</a:t>
                      </a:r>
                    </a:p>
                  </a:txBody>
                  <a:tcPr/>
                </a:tc>
                <a:tc>
                  <a:txBody>
                    <a:bodyPr/>
                    <a:lstStyle/>
                    <a:p>
                      <a:r>
                        <a:rPr lang="en-US" b="0"/>
                        <a:t>PS group on average </a:t>
                      </a:r>
                      <a:r>
                        <a:rPr lang="en-US" sz="1800" b="1" kern="1200">
                          <a:solidFill>
                            <a:schemeClr val="dk1"/>
                          </a:solidFill>
                          <a:effectLst/>
                          <a:highlight>
                            <a:srgbClr val="FFFF00"/>
                          </a:highlight>
                          <a:latin typeface="+mn-lt"/>
                          <a:ea typeface="+mn-ea"/>
                          <a:cs typeface="+mn-cs"/>
                        </a:rPr>
                        <a:t>1.564 more </a:t>
                      </a:r>
                      <a:r>
                        <a:rPr lang="en-US" sz="1800" b="0" kern="1200">
                          <a:solidFill>
                            <a:schemeClr val="dk1"/>
                          </a:solidFill>
                          <a:effectLst/>
                          <a:latin typeface="+mn-lt"/>
                          <a:ea typeface="+mn-ea"/>
                          <a:cs typeface="+mn-cs"/>
                        </a:rPr>
                        <a:t>than DC group (crack)</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PS group on average </a:t>
                      </a:r>
                      <a:r>
                        <a:rPr lang="en-US" sz="1800" b="1" kern="1200">
                          <a:solidFill>
                            <a:schemeClr val="dk1"/>
                          </a:solidFill>
                          <a:effectLst/>
                          <a:highlight>
                            <a:srgbClr val="FFFF00"/>
                          </a:highlight>
                          <a:latin typeface="+mn-lt"/>
                          <a:ea typeface="+mn-ea"/>
                          <a:cs typeface="+mn-cs"/>
                        </a:rPr>
                        <a:t>1.967 more </a:t>
                      </a:r>
                      <a:r>
                        <a:rPr lang="en-US" sz="1800" b="0" kern="1200">
                          <a:solidFill>
                            <a:schemeClr val="dk1"/>
                          </a:solidFill>
                          <a:effectLst/>
                          <a:latin typeface="+mn-lt"/>
                          <a:ea typeface="+mn-ea"/>
                          <a:cs typeface="+mn-cs"/>
                        </a:rPr>
                        <a:t>than DC group (crack)</a:t>
                      </a:r>
                      <a:endParaRPr lang="en-US" b="0"/>
                    </a:p>
                    <a:p>
                      <a:endParaRPr lang="en-US"/>
                    </a:p>
                  </a:txBody>
                  <a:tcPr/>
                </a:tc>
                <a:extLst>
                  <a:ext uri="{0D108BD9-81ED-4DB2-BD59-A6C34878D82A}">
                    <a16:rowId xmlns:a16="http://schemas.microsoft.com/office/drawing/2014/main" val="35748252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Comparison of average DOMI scores for </a:t>
                      </a:r>
                      <a:r>
                        <a:rPr lang="en-US" b="1"/>
                        <a:t>cocaine</a:t>
                      </a:r>
                      <a:r>
                        <a:rPr lang="en-US"/>
                        <a:t> users in the </a:t>
                      </a:r>
                      <a:r>
                        <a:rPr lang="en-US" b="1"/>
                        <a:t>Psychotherapy</a:t>
                      </a:r>
                      <a:r>
                        <a:rPr lang="en-US"/>
                        <a:t> (CT or SE) treatment groups to average DOMI scores for </a:t>
                      </a:r>
                      <a:r>
                        <a:rPr lang="en-US" b="1"/>
                        <a:t>cocaine</a:t>
                      </a:r>
                      <a:r>
                        <a:rPr lang="en-US"/>
                        <a:t> users in </a:t>
                      </a:r>
                      <a:r>
                        <a:rPr lang="en-US" b="1"/>
                        <a:t>Drug Counselin</a:t>
                      </a:r>
                      <a:r>
                        <a:rPr lang="en-US"/>
                        <a:t>g (IDC or GDC) groups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PS group on average </a:t>
                      </a:r>
                      <a:r>
                        <a:rPr lang="en-US" b="1">
                          <a:highlight>
                            <a:srgbClr val="00FF00"/>
                          </a:highlight>
                        </a:rPr>
                        <a:t>1.256</a:t>
                      </a:r>
                      <a:r>
                        <a:rPr lang="en-US" sz="1800" b="1" kern="1200">
                          <a:solidFill>
                            <a:schemeClr val="dk1"/>
                          </a:solidFill>
                          <a:effectLst/>
                          <a:highlight>
                            <a:srgbClr val="00FF00"/>
                          </a:highlight>
                          <a:latin typeface="+mn-lt"/>
                          <a:ea typeface="+mn-ea"/>
                          <a:cs typeface="+mn-cs"/>
                        </a:rPr>
                        <a:t> more </a:t>
                      </a:r>
                      <a:r>
                        <a:rPr lang="en-US" sz="1800" b="0" kern="1200">
                          <a:solidFill>
                            <a:schemeClr val="dk1"/>
                          </a:solidFill>
                          <a:effectLst/>
                          <a:latin typeface="+mn-lt"/>
                          <a:ea typeface="+mn-ea"/>
                          <a:cs typeface="+mn-cs"/>
                        </a:rPr>
                        <a:t>than DC group (cocaine)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PS group on average </a:t>
                      </a:r>
                      <a:r>
                        <a:rPr lang="en-US" b="1">
                          <a:highlight>
                            <a:srgbClr val="00FF00"/>
                          </a:highlight>
                        </a:rPr>
                        <a:t>0.942</a:t>
                      </a:r>
                      <a:r>
                        <a:rPr lang="en-US" sz="1800" b="1" kern="1200">
                          <a:solidFill>
                            <a:schemeClr val="dk1"/>
                          </a:solidFill>
                          <a:effectLst/>
                          <a:highlight>
                            <a:srgbClr val="00FF00"/>
                          </a:highlight>
                          <a:latin typeface="+mn-lt"/>
                          <a:ea typeface="+mn-ea"/>
                          <a:cs typeface="+mn-cs"/>
                        </a:rPr>
                        <a:t> more </a:t>
                      </a:r>
                      <a:r>
                        <a:rPr lang="en-US" sz="1800" b="0" kern="1200">
                          <a:solidFill>
                            <a:schemeClr val="dk1"/>
                          </a:solidFill>
                          <a:effectLst/>
                          <a:latin typeface="+mn-lt"/>
                          <a:ea typeface="+mn-ea"/>
                          <a:cs typeface="+mn-cs"/>
                        </a:rPr>
                        <a:t>than DC group (cocaine)</a:t>
                      </a:r>
                      <a:endParaRPr lang="en-US" b="0"/>
                    </a:p>
                  </a:txBody>
                  <a:tcPr/>
                </a:tc>
                <a:extLst>
                  <a:ext uri="{0D108BD9-81ED-4DB2-BD59-A6C34878D82A}">
                    <a16:rowId xmlns:a16="http://schemas.microsoft.com/office/drawing/2014/main" val="21312605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Comparison of the average difference in average DOMI scores between </a:t>
                      </a:r>
                      <a:r>
                        <a:rPr lang="en-US" b="1"/>
                        <a:t>Psychotherapy and Drug Counseling</a:t>
                      </a:r>
                      <a:r>
                        <a:rPr lang="en-US"/>
                        <a:t> for </a:t>
                      </a:r>
                      <a:r>
                        <a:rPr lang="en-US" b="1"/>
                        <a:t>crack</a:t>
                      </a:r>
                      <a:r>
                        <a:rPr lang="en-US"/>
                        <a:t> users to the average difference in average DOMI scores between </a:t>
                      </a:r>
                      <a:r>
                        <a:rPr lang="en-US" b="1"/>
                        <a:t>Psychotherapy and Drug Counseling </a:t>
                      </a:r>
                      <a:r>
                        <a:rPr lang="en-US"/>
                        <a:t>for </a:t>
                      </a:r>
                      <a:r>
                        <a:rPr lang="en-US" b="1"/>
                        <a:t>cocaine </a:t>
                      </a:r>
                      <a:r>
                        <a:rPr lang="en-US"/>
                        <a:t>users</a:t>
                      </a:r>
                    </a:p>
                    <a:p>
                      <a:endParaRPr lang="en-US"/>
                    </a:p>
                  </a:txBody>
                  <a:tcPr/>
                </a:tc>
                <a:tc>
                  <a:txBody>
                    <a:bodyPr/>
                    <a:lstStyle/>
                    <a:p>
                      <a:r>
                        <a:rPr lang="en-US"/>
                        <a:t>Crack group on average </a:t>
                      </a:r>
                      <a:r>
                        <a:rPr lang="en-US" b="1">
                          <a:highlight>
                            <a:srgbClr val="00FFFF"/>
                          </a:highlight>
                        </a:rPr>
                        <a:t>1.261 more</a:t>
                      </a:r>
                      <a:r>
                        <a:rPr lang="en-US" b="0">
                          <a:highlight>
                            <a:srgbClr val="00FFFF"/>
                          </a:highlight>
                        </a:rPr>
                        <a:t> </a:t>
                      </a:r>
                      <a:r>
                        <a:rPr lang="en-US" b="0"/>
                        <a:t>than cocaine group</a:t>
                      </a:r>
                      <a:endParaRPr lang="en-US"/>
                    </a:p>
                  </a:txBody>
                  <a:tcPr/>
                </a:tc>
                <a:tc>
                  <a:txBody>
                    <a:bodyPr/>
                    <a:lstStyle/>
                    <a:p>
                      <a:r>
                        <a:rPr lang="en-US"/>
                        <a:t>Crack group on average </a:t>
                      </a:r>
                      <a:r>
                        <a:rPr lang="en-US" b="1">
                          <a:highlight>
                            <a:srgbClr val="00FFFF"/>
                          </a:highlight>
                        </a:rPr>
                        <a:t>2.067 </a:t>
                      </a:r>
                      <a:r>
                        <a:rPr lang="en-US" b="1"/>
                        <a:t>more</a:t>
                      </a:r>
                      <a:r>
                        <a:rPr lang="en-US" b="0"/>
                        <a:t> than cocaine group</a:t>
                      </a:r>
                      <a:endParaRPr lang="en-US"/>
                    </a:p>
                  </a:txBody>
                  <a:tcPr/>
                </a:tc>
                <a:extLst>
                  <a:ext uri="{0D108BD9-81ED-4DB2-BD59-A6C34878D82A}">
                    <a16:rowId xmlns:a16="http://schemas.microsoft.com/office/drawing/2014/main" val="2368764500"/>
                  </a:ext>
                </a:extLst>
              </a:tr>
            </a:tbl>
          </a:graphicData>
        </a:graphic>
      </p:graphicFrame>
      <p:sp>
        <p:nvSpPr>
          <p:cNvPr id="8" name="Callout: Line 7">
            <a:extLst>
              <a:ext uri="{FF2B5EF4-FFF2-40B4-BE49-F238E27FC236}">
                <a16:creationId xmlns:a16="http://schemas.microsoft.com/office/drawing/2014/main" id="{5464DAD5-F2D4-652B-4005-A46546FC0338}"/>
              </a:ext>
            </a:extLst>
          </p:cNvPr>
          <p:cNvSpPr/>
          <p:nvPr/>
        </p:nvSpPr>
        <p:spPr>
          <a:xfrm>
            <a:off x="9215798" y="196057"/>
            <a:ext cx="2011680" cy="1143942"/>
          </a:xfrm>
          <a:prstGeom prst="borderCallout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DOMI Scores back transformed to match true scale </a:t>
            </a:r>
          </a:p>
          <a:p>
            <a:pPr algn="ctr"/>
            <a:r>
              <a:rPr lang="en-US"/>
              <a:t>(0 – 16)</a:t>
            </a:r>
          </a:p>
        </p:txBody>
      </p:sp>
    </p:spTree>
    <p:extLst>
      <p:ext uri="{BB962C8B-B14F-4D97-AF65-F5344CB8AC3E}">
        <p14:creationId xmlns:p14="http://schemas.microsoft.com/office/powerpoint/2010/main" val="3866666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1C88-FB56-F026-A19A-71A5756E8E2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FFB99B2-C9EB-DE33-DA7E-0C394569F476}"/>
              </a:ext>
            </a:extLst>
          </p:cNvPr>
          <p:cNvSpPr>
            <a:spLocks noGrp="1"/>
          </p:cNvSpPr>
          <p:nvPr>
            <p:ph type="body" idx="1"/>
          </p:nvPr>
        </p:nvSpPr>
        <p:spPr>
          <a:xfrm>
            <a:off x="4268706" y="1259569"/>
            <a:ext cx="1661108" cy="704087"/>
          </a:xfrm>
        </p:spPr>
        <p:txBody>
          <a:bodyPr/>
          <a:lstStyle/>
          <a:p>
            <a:r>
              <a:rPr lang="en-US"/>
              <a:t>Month 3 Data Cut</a:t>
            </a:r>
          </a:p>
        </p:txBody>
      </p:sp>
      <p:sp>
        <p:nvSpPr>
          <p:cNvPr id="8" name="Text Placeholder 7">
            <a:extLst>
              <a:ext uri="{FF2B5EF4-FFF2-40B4-BE49-F238E27FC236}">
                <a16:creationId xmlns:a16="http://schemas.microsoft.com/office/drawing/2014/main" id="{AE9F9743-096E-4EC1-7F7A-D64442BA11DA}"/>
              </a:ext>
            </a:extLst>
          </p:cNvPr>
          <p:cNvSpPr>
            <a:spLocks noGrp="1"/>
          </p:cNvSpPr>
          <p:nvPr>
            <p:ph type="body" sz="quarter" idx="13"/>
          </p:nvPr>
        </p:nvSpPr>
        <p:spPr>
          <a:xfrm>
            <a:off x="10456514" y="1259569"/>
            <a:ext cx="1629748" cy="704087"/>
          </a:xfrm>
        </p:spPr>
        <p:txBody>
          <a:bodyPr/>
          <a:lstStyle/>
          <a:p>
            <a:r>
              <a:rPr lang="en-US"/>
              <a:t>Month 6 Data Cut</a:t>
            </a:r>
          </a:p>
        </p:txBody>
      </p:sp>
      <p:sp>
        <p:nvSpPr>
          <p:cNvPr id="4" name="Title 3">
            <a:extLst>
              <a:ext uri="{FF2B5EF4-FFF2-40B4-BE49-F238E27FC236}">
                <a16:creationId xmlns:a16="http://schemas.microsoft.com/office/drawing/2014/main" id="{72FB0F3C-A301-470D-EAD4-E73872369EAE}"/>
              </a:ext>
            </a:extLst>
          </p:cNvPr>
          <p:cNvSpPr>
            <a:spLocks noGrp="1"/>
          </p:cNvSpPr>
          <p:nvPr>
            <p:ph type="title"/>
          </p:nvPr>
        </p:nvSpPr>
        <p:spPr>
          <a:xfrm>
            <a:off x="2231136" y="-42874"/>
            <a:ext cx="7729728" cy="704087"/>
          </a:xfrm>
        </p:spPr>
        <p:txBody>
          <a:bodyPr>
            <a:normAutofit fontScale="90000"/>
          </a:bodyPr>
          <a:lstStyle/>
          <a:p>
            <a:r>
              <a:rPr lang="en-US"/>
              <a:t>Model II Analysis (Residuals)</a:t>
            </a:r>
          </a:p>
        </p:txBody>
      </p:sp>
      <p:cxnSp>
        <p:nvCxnSpPr>
          <p:cNvPr id="21" name="Straight Connector 20">
            <a:extLst>
              <a:ext uri="{FF2B5EF4-FFF2-40B4-BE49-F238E27FC236}">
                <a16:creationId xmlns:a16="http://schemas.microsoft.com/office/drawing/2014/main" id="{558E28F2-225B-8EA6-324C-0791FD6A3199}"/>
              </a:ext>
            </a:extLst>
          </p:cNvPr>
          <p:cNvCxnSpPr>
            <a:cxnSpLocks/>
          </p:cNvCxnSpPr>
          <p:nvPr/>
        </p:nvCxnSpPr>
        <p:spPr>
          <a:xfrm>
            <a:off x="6013937" y="736437"/>
            <a:ext cx="0" cy="6039503"/>
          </a:xfrm>
          <a:prstGeom prst="line">
            <a:avLst/>
          </a:prstGeom>
          <a:effectLst>
            <a:outerShdw blurRad="50800" dist="38100" dir="5400000" algn="t" rotWithShape="0">
              <a:prstClr val="black">
                <a:alpha val="40000"/>
              </a:prstClr>
            </a:outerShdw>
          </a:effectLst>
          <a:scene3d>
            <a:camera prst="orthographicFront"/>
            <a:lightRig rig="threePt" dir="t"/>
          </a:scene3d>
          <a:sp3d>
            <a:bevelT prst="relaxedInset"/>
          </a:sp3d>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928249A-1E7A-897A-6B5C-84D85E88EC8F}"/>
              </a:ext>
            </a:extLst>
          </p:cNvPr>
          <p:cNvSpPr txBox="1"/>
          <p:nvPr/>
        </p:nvSpPr>
        <p:spPr>
          <a:xfrm>
            <a:off x="105738" y="4207020"/>
            <a:ext cx="2028523" cy="1477328"/>
          </a:xfrm>
          <a:prstGeom prst="rect">
            <a:avLst/>
          </a:prstGeom>
          <a:noFill/>
        </p:spPr>
        <p:txBody>
          <a:bodyPr wrap="square" rtlCol="0">
            <a:spAutoFit/>
          </a:bodyPr>
          <a:lstStyle/>
          <a:p>
            <a:r>
              <a:rPr lang="en-US"/>
              <a:t>Residuals still fail Shapiro-Wilks </a:t>
            </a:r>
          </a:p>
          <a:p>
            <a:r>
              <a:rPr lang="en-US"/>
              <a:t>test of normality </a:t>
            </a:r>
          </a:p>
          <a:p>
            <a:r>
              <a:rPr lang="en-US"/>
              <a:t>(p &lt; 0.0001 &lt; 0.05)</a:t>
            </a:r>
          </a:p>
          <a:p>
            <a:endParaRPr lang="en-US"/>
          </a:p>
        </p:txBody>
      </p:sp>
      <p:sp>
        <p:nvSpPr>
          <p:cNvPr id="6" name="TextBox 5">
            <a:extLst>
              <a:ext uri="{FF2B5EF4-FFF2-40B4-BE49-F238E27FC236}">
                <a16:creationId xmlns:a16="http://schemas.microsoft.com/office/drawing/2014/main" id="{43FB1624-75C9-EEFC-FA99-EC151FCA9EDF}"/>
              </a:ext>
            </a:extLst>
          </p:cNvPr>
          <p:cNvSpPr txBox="1"/>
          <p:nvPr/>
        </p:nvSpPr>
        <p:spPr>
          <a:xfrm>
            <a:off x="6114702" y="4207020"/>
            <a:ext cx="2014537" cy="1200329"/>
          </a:xfrm>
          <a:prstGeom prst="rect">
            <a:avLst/>
          </a:prstGeom>
          <a:noFill/>
        </p:spPr>
        <p:txBody>
          <a:bodyPr wrap="square">
            <a:spAutoFit/>
          </a:bodyPr>
          <a:lstStyle/>
          <a:p>
            <a:r>
              <a:rPr lang="en-US"/>
              <a:t>Residuals still fail Shapiro-Wilks </a:t>
            </a:r>
          </a:p>
          <a:p>
            <a:r>
              <a:rPr lang="en-US"/>
              <a:t>test of normality </a:t>
            </a:r>
          </a:p>
          <a:p>
            <a:r>
              <a:rPr lang="en-US"/>
              <a:t>(p &lt; 0.0001 &lt; 0.05)</a:t>
            </a:r>
          </a:p>
        </p:txBody>
      </p:sp>
      <p:pic>
        <p:nvPicPr>
          <p:cNvPr id="18" name="Picture 17" descr="Q-Q Plot of Residuals for domibc">
            <a:extLst>
              <a:ext uri="{FF2B5EF4-FFF2-40B4-BE49-F238E27FC236}">
                <a16:creationId xmlns:a16="http://schemas.microsoft.com/office/drawing/2014/main" id="{BBAAE251-0EC5-2E99-5D8C-D18A1801D712}"/>
              </a:ext>
            </a:extLst>
          </p:cNvPr>
          <p:cNvPicPr>
            <a:picLocks noChangeAspect="1"/>
          </p:cNvPicPr>
          <p:nvPr/>
        </p:nvPicPr>
        <p:blipFill>
          <a:blip r:embed="rId3"/>
          <a:stretch>
            <a:fillRect/>
          </a:stretch>
        </p:blipFill>
        <p:spPr>
          <a:xfrm>
            <a:off x="2029132" y="3923580"/>
            <a:ext cx="3865732" cy="2899299"/>
          </a:xfrm>
          <a:prstGeom prst="rect">
            <a:avLst/>
          </a:prstGeom>
          <a:effectLst>
            <a:outerShdw blurRad="50800" dist="38100" dir="2700000" algn="tl" rotWithShape="0">
              <a:prstClr val="black">
                <a:alpha val="40000"/>
              </a:prstClr>
            </a:outerShdw>
          </a:effectLst>
        </p:spPr>
      </p:pic>
      <p:pic>
        <p:nvPicPr>
          <p:cNvPr id="20" name="Picture 19" descr="A graph of a distribution of residuals&#10;&#10;AI-generated content may be incorrect.">
            <a:extLst>
              <a:ext uri="{FF2B5EF4-FFF2-40B4-BE49-F238E27FC236}">
                <a16:creationId xmlns:a16="http://schemas.microsoft.com/office/drawing/2014/main" id="{6325DA36-C292-E1AC-3622-41D22B0FA1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9" y="661213"/>
            <a:ext cx="4270241" cy="3202681"/>
          </a:xfrm>
          <a:prstGeom prst="rect">
            <a:avLst/>
          </a:prstGeom>
          <a:effectLst>
            <a:outerShdw blurRad="50800" dist="38100" dir="2700000" algn="tl" rotWithShape="0">
              <a:prstClr val="black">
                <a:alpha val="40000"/>
              </a:prstClr>
            </a:outerShdw>
          </a:effectLst>
        </p:spPr>
      </p:pic>
      <p:pic>
        <p:nvPicPr>
          <p:cNvPr id="22" name="Picture 21" descr="Q-Q Plot of Residuals for domibc">
            <a:extLst>
              <a:ext uri="{FF2B5EF4-FFF2-40B4-BE49-F238E27FC236}">
                <a16:creationId xmlns:a16="http://schemas.microsoft.com/office/drawing/2014/main" id="{5F8173DA-6478-D848-27A1-015832F8D955}"/>
              </a:ext>
            </a:extLst>
          </p:cNvPr>
          <p:cNvPicPr>
            <a:picLocks noChangeAspect="1"/>
          </p:cNvPicPr>
          <p:nvPr/>
        </p:nvPicPr>
        <p:blipFill>
          <a:blip r:embed="rId5"/>
          <a:stretch>
            <a:fillRect/>
          </a:stretch>
        </p:blipFill>
        <p:spPr>
          <a:xfrm>
            <a:off x="8230003" y="3947030"/>
            <a:ext cx="3881294" cy="2910970"/>
          </a:xfrm>
          <a:prstGeom prst="rect">
            <a:avLst/>
          </a:prstGeom>
          <a:effectLst>
            <a:outerShdw blurRad="50800" dist="38100" dir="2700000" algn="tl" rotWithShape="0">
              <a:prstClr val="black">
                <a:alpha val="40000"/>
              </a:prstClr>
            </a:outerShdw>
          </a:effectLst>
        </p:spPr>
      </p:pic>
      <p:pic>
        <p:nvPicPr>
          <p:cNvPr id="26" name="Picture 25" descr="A graph of a distribution of residuals&#10;&#10;AI-generated content may be incorrect.">
            <a:extLst>
              <a:ext uri="{FF2B5EF4-FFF2-40B4-BE49-F238E27FC236}">
                <a16:creationId xmlns:a16="http://schemas.microsoft.com/office/drawing/2014/main" id="{46245F89-0138-FA4D-D961-5B3CCCADD7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8064" y="693386"/>
            <a:ext cx="4285003" cy="3213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68574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6706-8369-9B2A-60E7-853528CC39C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23C091-9FF2-EAE5-31F4-52FF10A4FF62}"/>
              </a:ext>
            </a:extLst>
          </p:cNvPr>
          <p:cNvSpPr>
            <a:spLocks noGrp="1"/>
          </p:cNvSpPr>
          <p:nvPr>
            <p:ph sz="half" idx="2"/>
          </p:nvPr>
        </p:nvSpPr>
        <p:spPr>
          <a:xfrm>
            <a:off x="0" y="4147794"/>
            <a:ext cx="6002215" cy="2710206"/>
          </a:xfrm>
        </p:spPr>
        <p:txBody>
          <a:bodyPr>
            <a:normAutofit fontScale="92500"/>
          </a:bodyPr>
          <a:lstStyle/>
          <a:p>
            <a:r>
              <a:rPr lang="en-US" sz="1600"/>
              <a:t>Model explains approx. 12.56% of variance in DOMI scores</a:t>
            </a:r>
            <a:br>
              <a:rPr lang="en-US" sz="1600"/>
            </a:br>
            <a:r>
              <a:rPr lang="en-US" sz="1400"/>
              <a:t>(R</a:t>
            </a:r>
            <a:r>
              <a:rPr lang="en-US" sz="1400" baseline="30000"/>
              <a:t>2</a:t>
            </a:r>
            <a:r>
              <a:rPr lang="en-US" sz="1400"/>
              <a:t> = 0.015768)</a:t>
            </a:r>
          </a:p>
          <a:p>
            <a:r>
              <a:rPr lang="en-US" sz="1600"/>
              <a:t>Interaction between marital status and employment status across both levels of education status observed as </a:t>
            </a:r>
            <a:r>
              <a:rPr lang="en-US" sz="1600" b="1" err="1"/>
              <a:t>Disordinal</a:t>
            </a:r>
            <a:r>
              <a:rPr lang="en-US" sz="1600"/>
              <a:t> at the 3-month cut</a:t>
            </a:r>
          </a:p>
          <a:p>
            <a:r>
              <a:rPr lang="en-US" sz="1600"/>
              <a:t>No significant </a:t>
            </a:r>
            <a:r>
              <a:rPr lang="en-US" sz="1600" b="1"/>
              <a:t>overall</a:t>
            </a:r>
            <a:r>
              <a:rPr lang="en-US" sz="1600"/>
              <a:t> interaction between marital status, employment status, and education status observed</a:t>
            </a:r>
            <a:br>
              <a:rPr lang="en-US" sz="1600"/>
            </a:br>
            <a:r>
              <a:rPr lang="en-US" sz="1400"/>
              <a:t>(p = 0.21531 &gt; 0.05)</a:t>
            </a:r>
          </a:p>
          <a:p>
            <a:r>
              <a:rPr lang="en-US" sz="1600"/>
              <a:t>No significant main effects of marital status, employment status, or education status observed</a:t>
            </a:r>
            <a:br>
              <a:rPr lang="en-US" sz="1600"/>
            </a:br>
            <a:r>
              <a:rPr lang="en-US" sz="1400"/>
              <a:t>(</a:t>
            </a:r>
            <a:r>
              <a:rPr lang="en-US" sz="1400" err="1"/>
              <a:t>p</a:t>
            </a:r>
            <a:r>
              <a:rPr lang="en-US" sz="1400" baseline="-25000" err="1"/>
              <a:t>mar_stat</a:t>
            </a:r>
            <a:r>
              <a:rPr lang="en-US" sz="1400"/>
              <a:t> = 0.2983 &gt; 0.05, </a:t>
            </a:r>
            <a:r>
              <a:rPr lang="en-US" sz="1400" err="1"/>
              <a:t>p</a:t>
            </a:r>
            <a:r>
              <a:rPr lang="en-US" sz="1400" baseline="-25000" err="1"/>
              <a:t>job</a:t>
            </a:r>
            <a:r>
              <a:rPr lang="en-US" sz="1400"/>
              <a:t> = 0.8579 &gt; 0.05, &amp; </a:t>
            </a:r>
            <a:r>
              <a:rPr lang="en-US" sz="1400" err="1"/>
              <a:t>p</a:t>
            </a:r>
            <a:r>
              <a:rPr lang="en-US" sz="1400" baseline="-25000" err="1"/>
              <a:t>education</a:t>
            </a:r>
            <a:r>
              <a:rPr lang="en-US" sz="1400"/>
              <a:t> = 0.8110 &gt; 0.05)  </a:t>
            </a:r>
          </a:p>
          <a:p>
            <a:endParaRPr lang="en-US" sz="1600"/>
          </a:p>
        </p:txBody>
      </p:sp>
      <p:sp>
        <p:nvSpPr>
          <p:cNvPr id="4" name="Title 3">
            <a:extLst>
              <a:ext uri="{FF2B5EF4-FFF2-40B4-BE49-F238E27FC236}">
                <a16:creationId xmlns:a16="http://schemas.microsoft.com/office/drawing/2014/main" id="{9C55108E-CE7D-C1F4-8AC7-12B108E2EB9E}"/>
              </a:ext>
            </a:extLst>
          </p:cNvPr>
          <p:cNvSpPr>
            <a:spLocks noGrp="1"/>
          </p:cNvSpPr>
          <p:nvPr>
            <p:ph type="title"/>
          </p:nvPr>
        </p:nvSpPr>
        <p:spPr>
          <a:xfrm>
            <a:off x="2324921" y="1"/>
            <a:ext cx="7729728" cy="534838"/>
          </a:xfrm>
        </p:spPr>
        <p:txBody>
          <a:bodyPr>
            <a:normAutofit fontScale="90000"/>
          </a:bodyPr>
          <a:lstStyle/>
          <a:p>
            <a:r>
              <a:rPr lang="en-US"/>
              <a:t>Model III Analysis (overall)</a:t>
            </a:r>
          </a:p>
        </p:txBody>
      </p:sp>
      <p:pic>
        <p:nvPicPr>
          <p:cNvPr id="3" name="Picture 2" descr="A graph of a graph with red and blue lines&#10;&#10;AI-generated content may be incorrect.">
            <a:extLst>
              <a:ext uri="{FF2B5EF4-FFF2-40B4-BE49-F238E27FC236}">
                <a16:creationId xmlns:a16="http://schemas.microsoft.com/office/drawing/2014/main" id="{4873F896-908F-E573-0B99-43D3ED99F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57" y="579566"/>
            <a:ext cx="4534151" cy="3400613"/>
          </a:xfrm>
          <a:prstGeom prst="rect">
            <a:avLst/>
          </a:prstGeom>
          <a:effectLst>
            <a:outerShdw blurRad="50800" dist="38100" dir="2700000" algn="tl" rotWithShape="0">
              <a:prstClr val="black">
                <a:alpha val="40000"/>
              </a:prstClr>
            </a:outerShdw>
          </a:effectLst>
        </p:spPr>
      </p:pic>
      <p:pic>
        <p:nvPicPr>
          <p:cNvPr id="8" name="Picture 7" descr="A graph of two people&#10;&#10;AI-generated content may be incorrect.">
            <a:extLst>
              <a:ext uri="{FF2B5EF4-FFF2-40B4-BE49-F238E27FC236}">
                <a16:creationId xmlns:a16="http://schemas.microsoft.com/office/drawing/2014/main" id="{3FBAC2A9-CE42-6C1A-AE2A-A0D16D9EFC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9478" y="579566"/>
            <a:ext cx="4534151" cy="3400613"/>
          </a:xfrm>
          <a:prstGeom prst="rect">
            <a:avLst/>
          </a:prstGeom>
          <a:effectLst>
            <a:outerShdw blurRad="50800" dist="38100" dir="2700000" algn="tl" rotWithShape="0">
              <a:prstClr val="black">
                <a:alpha val="40000"/>
              </a:prstClr>
            </a:outerShdw>
          </a:effectLst>
        </p:spPr>
      </p:pic>
      <p:sp>
        <p:nvSpPr>
          <p:cNvPr id="11" name="Content Placeholder 5">
            <a:extLst>
              <a:ext uri="{FF2B5EF4-FFF2-40B4-BE49-F238E27FC236}">
                <a16:creationId xmlns:a16="http://schemas.microsoft.com/office/drawing/2014/main" id="{91020921-8718-00F4-8EB3-E63E13AE40AC}"/>
              </a:ext>
            </a:extLst>
          </p:cNvPr>
          <p:cNvSpPr txBox="1">
            <a:spLocks/>
          </p:cNvSpPr>
          <p:nvPr/>
        </p:nvSpPr>
        <p:spPr>
          <a:xfrm>
            <a:off x="6189785" y="4147794"/>
            <a:ext cx="6002215" cy="275165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1900"/>
              <a:t>Model explains approx. 15.20% of variance in DOMI scores</a:t>
            </a:r>
            <a:br>
              <a:rPr lang="en-US"/>
            </a:br>
            <a:r>
              <a:rPr lang="en-US" sz="1600"/>
              <a:t>(R</a:t>
            </a:r>
            <a:r>
              <a:rPr lang="en-US" sz="1600" baseline="30000"/>
              <a:t>2</a:t>
            </a:r>
            <a:r>
              <a:rPr lang="en-US" sz="1600"/>
              <a:t> = 0.023108)</a:t>
            </a:r>
          </a:p>
          <a:p>
            <a:r>
              <a:rPr lang="en-US" sz="1900"/>
              <a:t>Interaction between marital status and employment status across both levels of education status observed as </a:t>
            </a:r>
            <a:r>
              <a:rPr lang="en-US" sz="1900" b="1" err="1"/>
              <a:t>Disordinal</a:t>
            </a:r>
            <a:r>
              <a:rPr lang="en-US" sz="1900"/>
              <a:t> at the 6-month cut</a:t>
            </a:r>
          </a:p>
          <a:p>
            <a:r>
              <a:rPr lang="en-US" sz="1900"/>
              <a:t>No significant </a:t>
            </a:r>
            <a:r>
              <a:rPr lang="en-US" sz="1900" b="1"/>
              <a:t>overall</a:t>
            </a:r>
            <a:r>
              <a:rPr lang="en-US" sz="1900"/>
              <a:t> interaction between marital status, employment status, and education status observed</a:t>
            </a:r>
            <a:br>
              <a:rPr lang="en-US" sz="1900"/>
            </a:br>
            <a:r>
              <a:rPr lang="en-US" sz="1600"/>
              <a:t>(p = 0.1305 &gt; 0.05)</a:t>
            </a:r>
          </a:p>
          <a:p>
            <a:r>
              <a:rPr lang="en-US" sz="1900"/>
              <a:t>No significant main effects of marital status, employment status, and education status observed </a:t>
            </a:r>
            <a:r>
              <a:rPr lang="en-US" sz="1900" b="1"/>
              <a:t>but</a:t>
            </a:r>
            <a:r>
              <a:rPr lang="en-US" sz="1900"/>
              <a:t> main effect of marital status marginal</a:t>
            </a:r>
            <a:br>
              <a:rPr lang="en-US"/>
            </a:br>
            <a:r>
              <a:rPr lang="en-US" sz="1600"/>
              <a:t>(</a:t>
            </a:r>
            <a:r>
              <a:rPr lang="en-US" sz="1600" err="1"/>
              <a:t>p</a:t>
            </a:r>
            <a:r>
              <a:rPr lang="en-US" sz="1600" baseline="-25000" err="1"/>
              <a:t>mar_stat</a:t>
            </a:r>
            <a:r>
              <a:rPr lang="en-US" sz="1600"/>
              <a:t> = 0.0680 &gt; 0.05, </a:t>
            </a:r>
            <a:r>
              <a:rPr lang="en-US" sz="1600" err="1"/>
              <a:t>p</a:t>
            </a:r>
            <a:r>
              <a:rPr lang="en-US" sz="1600" baseline="-25000" err="1"/>
              <a:t>job</a:t>
            </a:r>
            <a:r>
              <a:rPr lang="en-US" sz="1600"/>
              <a:t> = 0.6352 &gt; 0.05, &amp; </a:t>
            </a:r>
            <a:r>
              <a:rPr lang="en-US" sz="1600" err="1"/>
              <a:t>p</a:t>
            </a:r>
            <a:r>
              <a:rPr lang="en-US" sz="1600" baseline="-25000" err="1"/>
              <a:t>education</a:t>
            </a:r>
            <a:r>
              <a:rPr lang="en-US" sz="1600"/>
              <a:t> = 0.4891 &gt; 0.05)  </a:t>
            </a:r>
          </a:p>
          <a:p>
            <a:endParaRPr lang="en-US"/>
          </a:p>
        </p:txBody>
      </p:sp>
    </p:spTree>
    <p:extLst>
      <p:ext uri="{BB962C8B-B14F-4D97-AF65-F5344CB8AC3E}">
        <p14:creationId xmlns:p14="http://schemas.microsoft.com/office/powerpoint/2010/main" val="3077398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ECF3D-521F-6A6A-5AAD-6F4A448D840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3C395E-235B-91F9-CCAE-984CC221040F}"/>
              </a:ext>
            </a:extLst>
          </p:cNvPr>
          <p:cNvSpPr>
            <a:spLocks noGrp="1"/>
          </p:cNvSpPr>
          <p:nvPr>
            <p:ph type="title"/>
          </p:nvPr>
        </p:nvSpPr>
        <p:spPr>
          <a:xfrm>
            <a:off x="964522" y="205307"/>
            <a:ext cx="7729728" cy="1188720"/>
          </a:xfrm>
        </p:spPr>
        <p:txBody>
          <a:bodyPr/>
          <a:lstStyle/>
          <a:p>
            <a:r>
              <a:rPr lang="en-US"/>
              <a:t>Model III Comparative Analysis</a:t>
            </a:r>
          </a:p>
        </p:txBody>
      </p:sp>
      <p:graphicFrame>
        <p:nvGraphicFramePr>
          <p:cNvPr id="7" name="Table 6">
            <a:extLst>
              <a:ext uri="{FF2B5EF4-FFF2-40B4-BE49-F238E27FC236}">
                <a16:creationId xmlns:a16="http://schemas.microsoft.com/office/drawing/2014/main" id="{0107B0E7-2213-DFA0-49D8-B632EB96155D}"/>
              </a:ext>
            </a:extLst>
          </p:cNvPr>
          <p:cNvGraphicFramePr>
            <a:graphicFrameLocks noGrp="1"/>
          </p:cNvGraphicFramePr>
          <p:nvPr>
            <p:extLst>
              <p:ext uri="{D42A27DB-BD31-4B8C-83A1-F6EECF244321}">
                <p14:modId xmlns:p14="http://schemas.microsoft.com/office/powerpoint/2010/main" val="1325574646"/>
              </p:ext>
            </p:extLst>
          </p:nvPr>
        </p:nvGraphicFramePr>
        <p:xfrm>
          <a:off x="964521" y="1559052"/>
          <a:ext cx="10262957" cy="4851400"/>
        </p:xfrm>
        <a:graphic>
          <a:graphicData uri="http://schemas.openxmlformats.org/drawingml/2006/table">
            <a:tbl>
              <a:tblPr firstRow="1" bandRow="1">
                <a:tableStyleId>{5C22544A-7EE6-4342-B048-85BDC9FD1C3A}</a:tableStyleId>
              </a:tblPr>
              <a:tblGrid>
                <a:gridCol w="5325197">
                  <a:extLst>
                    <a:ext uri="{9D8B030D-6E8A-4147-A177-3AD203B41FA5}">
                      <a16:colId xmlns:a16="http://schemas.microsoft.com/office/drawing/2014/main" val="3000699082"/>
                    </a:ext>
                  </a:extLst>
                </a:gridCol>
                <a:gridCol w="2468880">
                  <a:extLst>
                    <a:ext uri="{9D8B030D-6E8A-4147-A177-3AD203B41FA5}">
                      <a16:colId xmlns:a16="http://schemas.microsoft.com/office/drawing/2014/main" val="3624027232"/>
                    </a:ext>
                  </a:extLst>
                </a:gridCol>
                <a:gridCol w="2468880">
                  <a:extLst>
                    <a:ext uri="{9D8B030D-6E8A-4147-A177-3AD203B41FA5}">
                      <a16:colId xmlns:a16="http://schemas.microsoft.com/office/drawing/2014/main" val="1105594262"/>
                    </a:ext>
                  </a:extLst>
                </a:gridCol>
              </a:tblGrid>
              <a:tr h="370840">
                <a:tc>
                  <a:txBody>
                    <a:bodyPr/>
                    <a:lstStyle/>
                    <a:p>
                      <a:r>
                        <a:rPr lang="en-US"/>
                        <a:t>Comparative Analysis Aims</a:t>
                      </a:r>
                    </a:p>
                  </a:txBody>
                  <a:tcPr/>
                </a:tc>
                <a:tc>
                  <a:txBody>
                    <a:bodyPr/>
                    <a:lstStyle/>
                    <a:p>
                      <a:r>
                        <a:rPr lang="en-US"/>
                        <a:t>Month 3</a:t>
                      </a:r>
                    </a:p>
                  </a:txBody>
                  <a:tcPr/>
                </a:tc>
                <a:tc>
                  <a:txBody>
                    <a:bodyPr/>
                    <a:lstStyle/>
                    <a:p>
                      <a:r>
                        <a:rPr lang="en-US"/>
                        <a:t>Month 6</a:t>
                      </a:r>
                    </a:p>
                  </a:txBody>
                  <a:tcPr/>
                </a:tc>
                <a:extLst>
                  <a:ext uri="{0D108BD9-81ED-4DB2-BD59-A6C34878D82A}">
                    <a16:rowId xmlns:a16="http://schemas.microsoft.com/office/drawing/2014/main" val="2571092976"/>
                  </a:ext>
                </a:extLst>
              </a:tr>
              <a:tr h="370840">
                <a:tc>
                  <a:txBody>
                    <a:bodyPr/>
                    <a:lstStyle/>
                    <a:p>
                      <a:r>
                        <a:rPr lang="en-US"/>
                        <a:t>Difference in DOMI scores for patients meeting </a:t>
                      </a:r>
                      <a:r>
                        <a:rPr lang="en-US" b="1"/>
                        <a:t>full “household security” </a:t>
                      </a:r>
                      <a:r>
                        <a:rPr lang="en-US"/>
                        <a:t>(married, employed, above HS education) and patients meeting </a:t>
                      </a:r>
                      <a:r>
                        <a:rPr lang="en-US" b="1"/>
                        <a:t>no “household security” </a:t>
                      </a:r>
                      <a:r>
                        <a:rPr lang="en-US"/>
                        <a:t>(lives alone, unemployed, HS education or less)</a:t>
                      </a:r>
                    </a:p>
                  </a:txBody>
                  <a:tcPr/>
                </a:tc>
                <a:tc>
                  <a:txBody>
                    <a:bodyPr/>
                    <a:lstStyle/>
                    <a:p>
                      <a:r>
                        <a:rPr lang="en-US" b="0"/>
                        <a:t>Full household security group on average</a:t>
                      </a:r>
                      <a:r>
                        <a:rPr lang="en-US" b="0">
                          <a:highlight>
                            <a:srgbClr val="FFFF00"/>
                          </a:highlight>
                        </a:rPr>
                        <a:t> </a:t>
                      </a:r>
                      <a:r>
                        <a:rPr lang="en-US" b="1">
                          <a:highlight>
                            <a:srgbClr val="FFFF00"/>
                          </a:highlight>
                        </a:rPr>
                        <a:t>1.722 </a:t>
                      </a:r>
                      <a:r>
                        <a:rPr lang="en-US" sz="1800" b="1" kern="1200">
                          <a:solidFill>
                            <a:schemeClr val="dk1"/>
                          </a:solidFill>
                          <a:effectLst/>
                          <a:highlight>
                            <a:srgbClr val="FFFF00"/>
                          </a:highlight>
                          <a:latin typeface="+mn-lt"/>
                          <a:ea typeface="+mn-ea"/>
                          <a:cs typeface="+mn-cs"/>
                        </a:rPr>
                        <a:t>more </a:t>
                      </a:r>
                      <a:r>
                        <a:rPr lang="en-US" sz="1800" b="0" kern="1200">
                          <a:solidFill>
                            <a:schemeClr val="dk1"/>
                          </a:solidFill>
                          <a:effectLst/>
                          <a:latin typeface="+mn-lt"/>
                          <a:ea typeface="+mn-ea"/>
                          <a:cs typeface="+mn-cs"/>
                        </a:rPr>
                        <a:t>than no household security group</a:t>
                      </a:r>
                    </a:p>
                  </a:txBody>
                  <a:tcPr/>
                </a:tc>
                <a:tc>
                  <a:txBody>
                    <a:bodyPr/>
                    <a:lstStyle/>
                    <a:p>
                      <a:r>
                        <a:rPr lang="en-US" b="0"/>
                        <a:t>Full household security group on </a:t>
                      </a:r>
                      <a:r>
                        <a:rPr lang="en-US" b="0">
                          <a:highlight>
                            <a:srgbClr val="FFFF00"/>
                          </a:highlight>
                        </a:rPr>
                        <a:t>average </a:t>
                      </a:r>
                      <a:r>
                        <a:rPr lang="en-US" b="1">
                          <a:highlight>
                            <a:srgbClr val="FFFF00"/>
                          </a:highlight>
                        </a:rPr>
                        <a:t>1.176 </a:t>
                      </a:r>
                      <a:r>
                        <a:rPr lang="en-US" sz="1800" b="1" kern="1200">
                          <a:solidFill>
                            <a:schemeClr val="dk1"/>
                          </a:solidFill>
                          <a:effectLst/>
                          <a:highlight>
                            <a:srgbClr val="FFFF00"/>
                          </a:highlight>
                          <a:latin typeface="+mn-lt"/>
                          <a:ea typeface="+mn-ea"/>
                          <a:cs typeface="+mn-cs"/>
                        </a:rPr>
                        <a:t>more </a:t>
                      </a:r>
                      <a:r>
                        <a:rPr lang="en-US" sz="1800" b="0" kern="1200">
                          <a:solidFill>
                            <a:schemeClr val="dk1"/>
                          </a:solidFill>
                          <a:effectLst/>
                          <a:highlight>
                            <a:srgbClr val="FFFF00"/>
                          </a:highlight>
                          <a:latin typeface="+mn-lt"/>
                          <a:ea typeface="+mn-ea"/>
                          <a:cs typeface="+mn-cs"/>
                        </a:rPr>
                        <a:t>t</a:t>
                      </a:r>
                      <a:r>
                        <a:rPr lang="en-US" sz="1800" b="0" kern="1200">
                          <a:solidFill>
                            <a:schemeClr val="dk1"/>
                          </a:solidFill>
                          <a:effectLst/>
                          <a:latin typeface="+mn-lt"/>
                          <a:ea typeface="+mn-ea"/>
                          <a:cs typeface="+mn-cs"/>
                        </a:rPr>
                        <a:t>han no household security group</a:t>
                      </a:r>
                    </a:p>
                  </a:txBody>
                  <a:tcPr/>
                </a:tc>
                <a:extLst>
                  <a:ext uri="{0D108BD9-81ED-4DB2-BD59-A6C34878D82A}">
                    <a16:rowId xmlns:a16="http://schemas.microsoft.com/office/drawing/2014/main" val="35748252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Average difference in average DOMI scores between </a:t>
                      </a:r>
                      <a:r>
                        <a:rPr lang="en-US" b="1"/>
                        <a:t>married </a:t>
                      </a:r>
                      <a:r>
                        <a:rPr lang="en-US" b="0"/>
                        <a:t>and </a:t>
                      </a:r>
                      <a:r>
                        <a:rPr lang="en-US" b="1"/>
                        <a:t>unmarried</a:t>
                      </a:r>
                      <a:r>
                        <a:rPr lang="en-US" b="0"/>
                        <a:t> patients, controlling for </a:t>
                      </a:r>
                      <a:r>
                        <a:rPr lang="en-US" b="0" i="1"/>
                        <a:t>employment status </a:t>
                      </a:r>
                      <a:r>
                        <a:rPr lang="en-US" b="0"/>
                        <a:t>and </a:t>
                      </a:r>
                      <a:r>
                        <a:rPr lang="en-US" b="0" i="1"/>
                        <a:t>education status</a:t>
                      </a:r>
                      <a:endParaRPr lang="en-US" i="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Married group on average </a:t>
                      </a:r>
                      <a:r>
                        <a:rPr lang="en-US" b="1">
                          <a:highlight>
                            <a:srgbClr val="00FF00"/>
                          </a:highlight>
                        </a:rPr>
                        <a:t>1.285 more </a:t>
                      </a:r>
                      <a:r>
                        <a:rPr lang="en-US" b="0"/>
                        <a:t>than unmarried group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Married group on average </a:t>
                      </a:r>
                      <a:r>
                        <a:rPr lang="en-US" b="1">
                          <a:highlight>
                            <a:srgbClr val="00FF00"/>
                          </a:highlight>
                        </a:rPr>
                        <a:t>1.585 more </a:t>
                      </a:r>
                      <a:r>
                        <a:rPr lang="en-US" b="0"/>
                        <a:t>than unmarried group</a:t>
                      </a:r>
                    </a:p>
                  </a:txBody>
                  <a:tcPr/>
                </a:tc>
                <a:extLst>
                  <a:ext uri="{0D108BD9-81ED-4DB2-BD59-A6C34878D82A}">
                    <a16:rowId xmlns:a16="http://schemas.microsoft.com/office/drawing/2014/main" val="21312605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Average difference in average DOMI scores between </a:t>
                      </a:r>
                      <a:r>
                        <a:rPr lang="en-US" b="1"/>
                        <a:t>employed </a:t>
                      </a:r>
                      <a:r>
                        <a:rPr lang="en-US" b="0"/>
                        <a:t>and </a:t>
                      </a:r>
                      <a:r>
                        <a:rPr lang="en-US" b="1"/>
                        <a:t>unemployed</a:t>
                      </a:r>
                      <a:r>
                        <a:rPr lang="en-US" b="0"/>
                        <a:t> patients, controlling for </a:t>
                      </a:r>
                      <a:r>
                        <a:rPr lang="en-US" b="0" i="1"/>
                        <a:t>marital status </a:t>
                      </a:r>
                      <a:r>
                        <a:rPr lang="en-US" b="0"/>
                        <a:t>and </a:t>
                      </a:r>
                      <a:r>
                        <a:rPr lang="en-US" b="0" i="1"/>
                        <a:t>education status</a:t>
                      </a:r>
                      <a:endParaRPr lang="en-US" i="1"/>
                    </a:p>
                  </a:txBody>
                  <a:tcPr/>
                </a:tc>
                <a:tc>
                  <a:txBody>
                    <a:bodyPr/>
                    <a:lstStyle/>
                    <a:p>
                      <a:r>
                        <a:rPr lang="en-US"/>
                        <a:t>Employed group on average </a:t>
                      </a:r>
                      <a:r>
                        <a:rPr lang="en-US" b="1">
                          <a:highlight>
                            <a:srgbClr val="00FFFF"/>
                          </a:highlight>
                        </a:rPr>
                        <a:t>0.956 more </a:t>
                      </a:r>
                      <a:r>
                        <a:rPr lang="en-US"/>
                        <a:t>than unemployed group</a:t>
                      </a:r>
                    </a:p>
                  </a:txBody>
                  <a:tcPr/>
                </a:tc>
                <a:tc>
                  <a:txBody>
                    <a:bodyPr/>
                    <a:lstStyle/>
                    <a:p>
                      <a:r>
                        <a:rPr lang="en-US"/>
                        <a:t>Employed group on average </a:t>
                      </a:r>
                      <a:r>
                        <a:rPr lang="en-US" b="1">
                          <a:highlight>
                            <a:srgbClr val="00FFFF"/>
                          </a:highlight>
                        </a:rPr>
                        <a:t>1.219 more </a:t>
                      </a:r>
                      <a:r>
                        <a:rPr lang="en-US"/>
                        <a:t>than unemployed group</a:t>
                      </a:r>
                    </a:p>
                  </a:txBody>
                  <a:tcPr/>
                </a:tc>
                <a:extLst>
                  <a:ext uri="{0D108BD9-81ED-4DB2-BD59-A6C34878D82A}">
                    <a16:rowId xmlns:a16="http://schemas.microsoft.com/office/drawing/2014/main" val="23687645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Average difference in average DOMI scores between patients with </a:t>
                      </a:r>
                      <a:r>
                        <a:rPr lang="en-US" b="1"/>
                        <a:t>more than a HS education </a:t>
                      </a:r>
                      <a:r>
                        <a:rPr lang="en-US" b="0"/>
                        <a:t>and patients with </a:t>
                      </a:r>
                      <a:r>
                        <a:rPr lang="en-US" b="1"/>
                        <a:t>a HS education or less</a:t>
                      </a:r>
                      <a:r>
                        <a:rPr lang="en-US" b="0"/>
                        <a:t>, controlling for </a:t>
                      </a:r>
                      <a:r>
                        <a:rPr lang="en-US" b="0" i="1"/>
                        <a:t>employment status </a:t>
                      </a:r>
                      <a:r>
                        <a:rPr lang="en-US" b="0"/>
                        <a:t>and </a:t>
                      </a:r>
                      <a:r>
                        <a:rPr lang="en-US" b="0" i="1"/>
                        <a:t>marital status</a:t>
                      </a:r>
                      <a:endParaRPr lang="en-US" i="1"/>
                    </a:p>
                  </a:txBody>
                  <a:tcPr/>
                </a:tc>
                <a:tc>
                  <a:txBody>
                    <a:bodyPr/>
                    <a:lstStyle/>
                    <a:p>
                      <a:r>
                        <a:rPr lang="en-US"/>
                        <a:t>More than HS education group on average </a:t>
                      </a:r>
                      <a:r>
                        <a:rPr lang="en-US" b="1">
                          <a:highlight>
                            <a:srgbClr val="C0C0C0"/>
                          </a:highlight>
                        </a:rPr>
                        <a:t>1.061 more </a:t>
                      </a:r>
                      <a:r>
                        <a:rPr lang="en-US"/>
                        <a:t>than HS education or less group</a:t>
                      </a:r>
                    </a:p>
                  </a:txBody>
                  <a:tcPr/>
                </a:tc>
                <a:tc>
                  <a:txBody>
                    <a:bodyPr/>
                    <a:lstStyle/>
                    <a:p>
                      <a:r>
                        <a:rPr lang="en-US"/>
                        <a:t>More than HS education group on average </a:t>
                      </a:r>
                      <a:r>
                        <a:rPr lang="en-US" b="1">
                          <a:highlight>
                            <a:srgbClr val="C0C0C0"/>
                          </a:highlight>
                        </a:rPr>
                        <a:t>0.908 more </a:t>
                      </a:r>
                      <a:r>
                        <a:rPr lang="en-US"/>
                        <a:t>than HS education or less group</a:t>
                      </a:r>
                    </a:p>
                  </a:txBody>
                  <a:tcPr/>
                </a:tc>
                <a:extLst>
                  <a:ext uri="{0D108BD9-81ED-4DB2-BD59-A6C34878D82A}">
                    <a16:rowId xmlns:a16="http://schemas.microsoft.com/office/drawing/2014/main" val="2427369815"/>
                  </a:ext>
                </a:extLst>
              </a:tr>
            </a:tbl>
          </a:graphicData>
        </a:graphic>
      </p:graphicFrame>
      <p:sp>
        <p:nvSpPr>
          <p:cNvPr id="2" name="Callout: Line 1">
            <a:extLst>
              <a:ext uri="{FF2B5EF4-FFF2-40B4-BE49-F238E27FC236}">
                <a16:creationId xmlns:a16="http://schemas.microsoft.com/office/drawing/2014/main" id="{6325CC32-9C7C-9CFB-8C34-F52EE6634AF9}"/>
              </a:ext>
            </a:extLst>
          </p:cNvPr>
          <p:cNvSpPr/>
          <p:nvPr/>
        </p:nvSpPr>
        <p:spPr>
          <a:xfrm>
            <a:off x="9656064" y="191158"/>
            <a:ext cx="2011680" cy="1143942"/>
          </a:xfrm>
          <a:prstGeom prst="borderCallout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DOMI Scores back transformed to match true scale </a:t>
            </a:r>
          </a:p>
          <a:p>
            <a:pPr algn="ctr"/>
            <a:r>
              <a:rPr lang="en-US"/>
              <a:t>(0 – 16)</a:t>
            </a:r>
          </a:p>
        </p:txBody>
      </p:sp>
    </p:spTree>
    <p:extLst>
      <p:ext uri="{BB962C8B-B14F-4D97-AF65-F5344CB8AC3E}">
        <p14:creationId xmlns:p14="http://schemas.microsoft.com/office/powerpoint/2010/main" val="3559878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51B8B-1476-D5B3-43FF-75681501683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C521385-0838-EA3E-DFE2-F3E67959B51D}"/>
              </a:ext>
            </a:extLst>
          </p:cNvPr>
          <p:cNvSpPr>
            <a:spLocks noGrp="1"/>
          </p:cNvSpPr>
          <p:nvPr>
            <p:ph type="body" idx="1"/>
          </p:nvPr>
        </p:nvSpPr>
        <p:spPr>
          <a:xfrm>
            <a:off x="4268706" y="1259569"/>
            <a:ext cx="1661108" cy="704087"/>
          </a:xfrm>
        </p:spPr>
        <p:txBody>
          <a:bodyPr/>
          <a:lstStyle/>
          <a:p>
            <a:r>
              <a:rPr lang="en-US"/>
              <a:t>Month 3 Data Cut</a:t>
            </a:r>
          </a:p>
        </p:txBody>
      </p:sp>
      <p:sp>
        <p:nvSpPr>
          <p:cNvPr id="8" name="Text Placeholder 7">
            <a:extLst>
              <a:ext uri="{FF2B5EF4-FFF2-40B4-BE49-F238E27FC236}">
                <a16:creationId xmlns:a16="http://schemas.microsoft.com/office/drawing/2014/main" id="{3BFAF8F5-8C06-F912-A207-F77A4CA15FC0}"/>
              </a:ext>
            </a:extLst>
          </p:cNvPr>
          <p:cNvSpPr>
            <a:spLocks noGrp="1"/>
          </p:cNvSpPr>
          <p:nvPr>
            <p:ph type="body" sz="quarter" idx="13"/>
          </p:nvPr>
        </p:nvSpPr>
        <p:spPr>
          <a:xfrm>
            <a:off x="10456514" y="1259569"/>
            <a:ext cx="1629748" cy="704087"/>
          </a:xfrm>
        </p:spPr>
        <p:txBody>
          <a:bodyPr/>
          <a:lstStyle/>
          <a:p>
            <a:r>
              <a:rPr lang="en-US"/>
              <a:t>Month 6 Data Cut</a:t>
            </a:r>
          </a:p>
        </p:txBody>
      </p:sp>
      <p:sp>
        <p:nvSpPr>
          <p:cNvPr id="4" name="Title 3">
            <a:extLst>
              <a:ext uri="{FF2B5EF4-FFF2-40B4-BE49-F238E27FC236}">
                <a16:creationId xmlns:a16="http://schemas.microsoft.com/office/drawing/2014/main" id="{942B621C-CDD8-BAAE-3EC8-506E92BE5ED8}"/>
              </a:ext>
            </a:extLst>
          </p:cNvPr>
          <p:cNvSpPr>
            <a:spLocks noGrp="1"/>
          </p:cNvSpPr>
          <p:nvPr>
            <p:ph type="title"/>
          </p:nvPr>
        </p:nvSpPr>
        <p:spPr>
          <a:xfrm>
            <a:off x="2231136" y="-42874"/>
            <a:ext cx="7729728" cy="704087"/>
          </a:xfrm>
        </p:spPr>
        <p:txBody>
          <a:bodyPr>
            <a:normAutofit fontScale="90000"/>
          </a:bodyPr>
          <a:lstStyle/>
          <a:p>
            <a:r>
              <a:rPr lang="en-US"/>
              <a:t>Model III Analysis (Residuals)</a:t>
            </a:r>
          </a:p>
        </p:txBody>
      </p:sp>
      <p:cxnSp>
        <p:nvCxnSpPr>
          <p:cNvPr id="21" name="Straight Connector 20">
            <a:extLst>
              <a:ext uri="{FF2B5EF4-FFF2-40B4-BE49-F238E27FC236}">
                <a16:creationId xmlns:a16="http://schemas.microsoft.com/office/drawing/2014/main" id="{5EB46404-5217-E927-C4DF-7AE14F6AACB7}"/>
              </a:ext>
            </a:extLst>
          </p:cNvPr>
          <p:cNvCxnSpPr>
            <a:cxnSpLocks/>
          </p:cNvCxnSpPr>
          <p:nvPr/>
        </p:nvCxnSpPr>
        <p:spPr>
          <a:xfrm>
            <a:off x="6013937" y="736437"/>
            <a:ext cx="0" cy="6039503"/>
          </a:xfrm>
          <a:prstGeom prst="line">
            <a:avLst/>
          </a:prstGeom>
          <a:effectLst>
            <a:outerShdw blurRad="50800" dist="38100" dir="5400000" algn="t" rotWithShape="0">
              <a:prstClr val="black">
                <a:alpha val="40000"/>
              </a:prstClr>
            </a:outerShdw>
          </a:effectLst>
          <a:scene3d>
            <a:camera prst="orthographicFront"/>
            <a:lightRig rig="threePt" dir="t"/>
          </a:scene3d>
          <a:sp3d>
            <a:bevelT prst="relaxedInset"/>
          </a:sp3d>
        </p:spPr>
        <p:style>
          <a:lnRef idx="1">
            <a:schemeClr val="accent1"/>
          </a:lnRef>
          <a:fillRef idx="0">
            <a:schemeClr val="accent1"/>
          </a:fillRef>
          <a:effectRef idx="0">
            <a:schemeClr val="accent1"/>
          </a:effectRef>
          <a:fontRef idx="minor">
            <a:schemeClr val="tx1"/>
          </a:fontRef>
        </p:style>
      </p:cxnSp>
      <p:pic>
        <p:nvPicPr>
          <p:cNvPr id="24" name="Picture 23" descr="A diagram of a distribution of residuals&#10;&#10;AI-generated content may be incorrect.">
            <a:extLst>
              <a:ext uri="{FF2B5EF4-FFF2-40B4-BE49-F238E27FC236}">
                <a16:creationId xmlns:a16="http://schemas.microsoft.com/office/drawing/2014/main" id="{9807088D-E682-355F-138B-F77EC4677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9207" y="749180"/>
            <a:ext cx="4270247" cy="3202685"/>
          </a:xfrm>
          <a:prstGeom prst="rect">
            <a:avLst/>
          </a:prstGeo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0495D36-1156-601F-F3D1-7720A55C8D03}"/>
              </a:ext>
            </a:extLst>
          </p:cNvPr>
          <p:cNvSpPr txBox="1"/>
          <p:nvPr/>
        </p:nvSpPr>
        <p:spPr>
          <a:xfrm>
            <a:off x="105738" y="4207020"/>
            <a:ext cx="2028523" cy="1477328"/>
          </a:xfrm>
          <a:prstGeom prst="rect">
            <a:avLst/>
          </a:prstGeom>
          <a:noFill/>
        </p:spPr>
        <p:txBody>
          <a:bodyPr wrap="square" rtlCol="0">
            <a:spAutoFit/>
          </a:bodyPr>
          <a:lstStyle/>
          <a:p>
            <a:r>
              <a:rPr lang="en-US"/>
              <a:t>Residuals still fail Shapiro-Wilks </a:t>
            </a:r>
          </a:p>
          <a:p>
            <a:r>
              <a:rPr lang="en-US"/>
              <a:t>test of normality </a:t>
            </a:r>
          </a:p>
          <a:p>
            <a:r>
              <a:rPr lang="en-US"/>
              <a:t>(p &lt; 0.0001 &lt; 0.05)</a:t>
            </a:r>
          </a:p>
          <a:p>
            <a:endParaRPr lang="en-US"/>
          </a:p>
        </p:txBody>
      </p:sp>
      <p:sp>
        <p:nvSpPr>
          <p:cNvPr id="6" name="TextBox 5">
            <a:extLst>
              <a:ext uri="{FF2B5EF4-FFF2-40B4-BE49-F238E27FC236}">
                <a16:creationId xmlns:a16="http://schemas.microsoft.com/office/drawing/2014/main" id="{71D69ED0-C0E9-9FD5-F324-48379F0F766B}"/>
              </a:ext>
            </a:extLst>
          </p:cNvPr>
          <p:cNvSpPr txBox="1"/>
          <p:nvPr/>
        </p:nvSpPr>
        <p:spPr>
          <a:xfrm>
            <a:off x="6114702" y="4207020"/>
            <a:ext cx="2014537" cy="1200329"/>
          </a:xfrm>
          <a:prstGeom prst="rect">
            <a:avLst/>
          </a:prstGeom>
          <a:noFill/>
        </p:spPr>
        <p:txBody>
          <a:bodyPr wrap="square">
            <a:spAutoFit/>
          </a:bodyPr>
          <a:lstStyle/>
          <a:p>
            <a:r>
              <a:rPr lang="en-US"/>
              <a:t>Residuals still fail Shapiro-Wilks </a:t>
            </a:r>
          </a:p>
          <a:p>
            <a:r>
              <a:rPr lang="en-US"/>
              <a:t>test of normality </a:t>
            </a:r>
          </a:p>
          <a:p>
            <a:r>
              <a:rPr lang="en-US"/>
              <a:t>(p &lt; 0.0001 &lt; 0.05)</a:t>
            </a:r>
          </a:p>
        </p:txBody>
      </p:sp>
      <p:pic>
        <p:nvPicPr>
          <p:cNvPr id="7" name="Picture 6" descr="A graph with a red line and blue line&#10;&#10;AI-generated content may be incorrect.">
            <a:extLst>
              <a:ext uri="{FF2B5EF4-FFF2-40B4-BE49-F238E27FC236}">
                <a16:creationId xmlns:a16="http://schemas.microsoft.com/office/drawing/2014/main" id="{6781E7F1-4B10-DD6A-AD1B-2C50804295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738" y="749180"/>
            <a:ext cx="4270247" cy="3202685"/>
          </a:xfrm>
          <a:prstGeom prst="rect">
            <a:avLst/>
          </a:prstGeom>
          <a:effectLst>
            <a:outerShdw blurRad="50800" dist="38100" dir="2700000" algn="tl" rotWithShape="0">
              <a:prstClr val="black">
                <a:alpha val="40000"/>
              </a:prstClr>
            </a:outerShdw>
          </a:effectLst>
        </p:spPr>
      </p:pic>
      <p:pic>
        <p:nvPicPr>
          <p:cNvPr id="11" name="Picture 10" descr="A graph with blue dots&#10;&#10;AI-generated content may be incorrect.">
            <a:extLst>
              <a:ext uri="{FF2B5EF4-FFF2-40B4-BE49-F238E27FC236}">
                <a16:creationId xmlns:a16="http://schemas.microsoft.com/office/drawing/2014/main" id="{7407708F-200A-A7CB-5914-26B1C0DDC1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4163" y="3951865"/>
            <a:ext cx="3865732" cy="2899299"/>
          </a:xfrm>
          <a:prstGeom prst="rect">
            <a:avLst/>
          </a:prstGeom>
          <a:effectLst>
            <a:outerShdw blurRad="50800" dist="38100" dir="2700000" algn="tl" rotWithShape="0">
              <a:prstClr val="black">
                <a:alpha val="40000"/>
              </a:prstClr>
            </a:outerShdw>
          </a:effectLst>
        </p:spPr>
      </p:pic>
      <p:pic>
        <p:nvPicPr>
          <p:cNvPr id="14" name="Picture 13" descr="Q-Q Plot of Residuals for domibc">
            <a:extLst>
              <a:ext uri="{FF2B5EF4-FFF2-40B4-BE49-F238E27FC236}">
                <a16:creationId xmlns:a16="http://schemas.microsoft.com/office/drawing/2014/main" id="{B9935FD7-ADB1-3C2C-7C2E-DBBE95424239}"/>
              </a:ext>
            </a:extLst>
          </p:cNvPr>
          <p:cNvPicPr>
            <a:picLocks noChangeAspect="1"/>
          </p:cNvPicPr>
          <p:nvPr/>
        </p:nvPicPr>
        <p:blipFill>
          <a:blip r:embed="rId6"/>
          <a:stretch>
            <a:fillRect/>
          </a:stretch>
        </p:blipFill>
        <p:spPr>
          <a:xfrm>
            <a:off x="8069703" y="3940195"/>
            <a:ext cx="3881293" cy="291096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5467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196534-9FD2-AA7E-5D51-57B62F695710}"/>
              </a:ext>
            </a:extLst>
          </p:cNvPr>
          <p:cNvSpPr>
            <a:spLocks noGrp="1"/>
          </p:cNvSpPr>
          <p:nvPr>
            <p:ph type="title"/>
          </p:nvPr>
        </p:nvSpPr>
        <p:spPr/>
        <p:txBody>
          <a:bodyPr/>
          <a:lstStyle/>
          <a:p>
            <a:r>
              <a:rPr lang="en-US"/>
              <a:t>Conclusions</a:t>
            </a:r>
          </a:p>
        </p:txBody>
      </p:sp>
      <p:sp>
        <p:nvSpPr>
          <p:cNvPr id="7" name="Content Placeholder 6">
            <a:extLst>
              <a:ext uri="{FF2B5EF4-FFF2-40B4-BE49-F238E27FC236}">
                <a16:creationId xmlns:a16="http://schemas.microsoft.com/office/drawing/2014/main" id="{62754FD9-6BA2-CDFD-20E0-FF061CC3A1DC}"/>
              </a:ext>
            </a:extLst>
          </p:cNvPr>
          <p:cNvSpPr>
            <a:spLocks noGrp="1"/>
          </p:cNvSpPr>
          <p:nvPr>
            <p:ph idx="1"/>
          </p:nvPr>
        </p:nvSpPr>
        <p:spPr>
          <a:xfrm>
            <a:off x="853440" y="2287524"/>
            <a:ext cx="10485120" cy="3586615"/>
          </a:xfrm>
        </p:spPr>
        <p:txBody>
          <a:bodyPr>
            <a:normAutofit/>
          </a:bodyPr>
          <a:lstStyle/>
          <a:p>
            <a:r>
              <a:rPr lang="en-US"/>
              <a:t>The current recommended imputation processes for IIP-DOMI values results in a significant amount of missing data over the course of a study, resulting in poor modeling capabilities</a:t>
            </a:r>
          </a:p>
          <a:p>
            <a:r>
              <a:rPr lang="en-US"/>
              <a:t>As the residuals would not normalize for any of the models, all comparative analyses should be interpreted with caution </a:t>
            </a:r>
          </a:p>
          <a:p>
            <a:r>
              <a:rPr lang="en-US"/>
              <a:t>Overall there were several potential relationships that may exist in the data, but certain conclusions cannot be drawn to the violation of assumption of normality of residuals</a:t>
            </a:r>
          </a:p>
          <a:p>
            <a:pPr lvl="1"/>
            <a:r>
              <a:rPr lang="en-US"/>
              <a:t>Three way interaction of “household security” should be reexamined with additional, more complete data </a:t>
            </a:r>
          </a:p>
          <a:p>
            <a:r>
              <a:rPr lang="en-US"/>
              <a:t>Unexpected outcome of higher DOMI scores with higher household </a:t>
            </a:r>
            <a:r>
              <a:rPr lang="en-US" err="1"/>
              <a:t>securty</a:t>
            </a:r>
            <a:endParaRPr lang="en-US"/>
          </a:p>
          <a:p>
            <a:r>
              <a:rPr lang="en-US"/>
              <a:t>Models should also be re-explored in a longitudinal fashion to see if additional trends and relationships were missed</a:t>
            </a:r>
          </a:p>
        </p:txBody>
      </p:sp>
    </p:spTree>
    <p:extLst>
      <p:ext uri="{BB962C8B-B14F-4D97-AF65-F5344CB8AC3E}">
        <p14:creationId xmlns:p14="http://schemas.microsoft.com/office/powerpoint/2010/main" val="2594644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11D6-7C40-0A61-A081-CD903EB8965D}"/>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9517E3E9-DECB-661A-9665-4406C23BD117}"/>
              </a:ext>
            </a:extLst>
          </p:cNvPr>
          <p:cNvSpPr>
            <a:spLocks noGrp="1"/>
          </p:cNvSpPr>
          <p:nvPr>
            <p:ph idx="1"/>
          </p:nvPr>
        </p:nvSpPr>
        <p:spPr/>
        <p:txBody>
          <a:bodyPr/>
          <a:lstStyle/>
          <a:p>
            <a:r>
              <a:rPr lang="en-US"/>
              <a:t>IIP with grading instructions</a:t>
            </a:r>
          </a:p>
          <a:p>
            <a:pPr lvl="1"/>
            <a:r>
              <a:rPr lang="en-US">
                <a:hlinkClick r:id="rId2"/>
              </a:rPr>
              <a:t>https://jmgirard.com/wp-content/uploads/2018/02/IIP-C-IRTv1.0.pdf</a:t>
            </a:r>
            <a:r>
              <a:rPr lang="en-US"/>
              <a:t> </a:t>
            </a:r>
          </a:p>
        </p:txBody>
      </p:sp>
    </p:spTree>
    <p:extLst>
      <p:ext uri="{BB962C8B-B14F-4D97-AF65-F5344CB8AC3E}">
        <p14:creationId xmlns:p14="http://schemas.microsoft.com/office/powerpoint/2010/main" val="18842944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Application>Microsoft Office PowerPoint</Application>
  <PresentationFormat>Widescreen</PresentationFormat>
  <Slides>17</Slides>
  <Notes>8</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Parcel</vt:lpstr>
      <vt:lpstr>Dominating the lies in the iip - domi Sub-Scale nida cocaine data analysis for improved weighting and predictions of iip – domi sub scale</vt:lpstr>
      <vt:lpstr>Understanding the  IIP – DOMI Sub-Scale</vt:lpstr>
      <vt:lpstr>Model Aims</vt:lpstr>
      <vt:lpstr>Domi details:  NIDA COCAINE STUDY</vt:lpstr>
      <vt:lpstr>Model 1 Creation</vt:lpstr>
      <vt:lpstr>Model 2 Creation</vt:lpstr>
      <vt:lpstr>Model 3 Creation</vt:lpstr>
      <vt:lpstr>Model I Analysis (OVERALL)</vt:lpstr>
      <vt:lpstr>Model 1 Analysis (Residuals)</vt:lpstr>
      <vt:lpstr>Model 1I Analysis (overall)</vt:lpstr>
      <vt:lpstr>Model II Comparative Analysis</vt:lpstr>
      <vt:lpstr>Model II Analysis (Residuals)</vt:lpstr>
      <vt:lpstr>Model III Analysis (overall)</vt:lpstr>
      <vt:lpstr>Model III Comparative Analysis</vt:lpstr>
      <vt:lpstr>Model III Analysis (Residuals)</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Natalie LePera</dc:creator>
  <cp:revision>1</cp:revision>
  <dcterms:created xsi:type="dcterms:W3CDTF">2025-12-08T14:41:46Z</dcterms:created>
  <dcterms:modified xsi:type="dcterms:W3CDTF">2025-12-10T01:39:23Z</dcterms:modified>
</cp:coreProperties>
</file>